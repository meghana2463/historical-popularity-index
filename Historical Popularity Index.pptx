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83" r:id="rId7"/>
    <p:sldId id="261" r:id="rId8"/>
    <p:sldId id="262" r:id="rId9"/>
    <p:sldId id="282" r:id="rId10"/>
    <p:sldId id="263" r:id="rId11"/>
    <p:sldId id="264" r:id="rId12"/>
    <p:sldId id="287" r:id="rId13"/>
    <p:sldId id="284" r:id="rId14"/>
    <p:sldId id="285" r:id="rId15"/>
    <p:sldId id="286" r:id="rId16"/>
    <p:sldId id="289" r:id="rId17"/>
    <p:sldId id="288" r:id="rId18"/>
    <p:sldId id="290" r:id="rId19"/>
    <p:sldId id="291" r:id="rId20"/>
    <p:sldId id="292" r:id="rId21"/>
    <p:sldId id="281" r:id="rId22"/>
  </p:sldIdLst>
  <p:sldSz cx="9144000" cy="5143500" type="screen16x9"/>
  <p:notesSz cx="9144000" cy="5143500"/>
  <p:defaultTextStyle>
    <a:defPPr>
      <a:defRPr kern="0"/>
    </a:defPPr>
  </p:defaultTextStyle>
  <p:extLst>
    <p:ext uri="{521415D9-36F7-43E2-AB2F-B90AF26B5E84}">
      <p14:sectionLst xmlns:p14="http://schemas.microsoft.com/office/powerpoint/2010/main">
        <p14:section name="Default Section" id="{A00DCB39-3637-485D-8802-B4A6D80964C0}">
          <p14:sldIdLst>
            <p14:sldId id="256"/>
            <p14:sldId id="257"/>
            <p14:sldId id="258"/>
            <p14:sldId id="259"/>
            <p14:sldId id="260"/>
            <p14:sldId id="283"/>
            <p14:sldId id="261"/>
            <p14:sldId id="262"/>
          </p14:sldIdLst>
        </p14:section>
        <p14:section name="Untitled Section" id="{9CB33263-5779-4E31-9A7E-3E7E227ABC26}">
          <p14:sldIdLst>
            <p14:sldId id="282"/>
            <p14:sldId id="263"/>
          </p14:sldIdLst>
        </p14:section>
        <p14:section name="Untitled Section" id="{1A757878-AD4D-429E-BF86-E29B48290B1F}">
          <p14:sldIdLst>
            <p14:sldId id="264"/>
            <p14:sldId id="287"/>
            <p14:sldId id="284"/>
            <p14:sldId id="285"/>
            <p14:sldId id="286"/>
            <p14:sldId id="289"/>
            <p14:sldId id="288"/>
            <p14:sldId id="290"/>
            <p14:sldId id="291"/>
            <p14:sldId id="292"/>
            <p14:sldId id="28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1A6EACA-AE62-4DAA-A1F0-63545B925398}" v="39" dt="2026-01-07T11:52:23.730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7" d="100"/>
          <a:sy n="87" d="100"/>
        </p:scale>
        <p:origin x="680" y="4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eghana ch" userId="418f84716d9582cf" providerId="LiveId" clId="{668E43EC-68E9-4D12-8265-5156137010FE}"/>
    <pc:docChg chg="undo custSel addSld delSld modSld sldOrd modSection">
      <pc:chgData name="Meghana ch" userId="418f84716d9582cf" providerId="LiveId" clId="{668E43EC-68E9-4D12-8265-5156137010FE}" dt="2026-01-07T12:06:41.993" v="1081" actId="14100"/>
      <pc:docMkLst>
        <pc:docMk/>
      </pc:docMkLst>
      <pc:sldChg chg="modSp mod">
        <pc:chgData name="Meghana ch" userId="418f84716d9582cf" providerId="LiveId" clId="{668E43EC-68E9-4D12-8265-5156137010FE}" dt="2026-01-07T11:36:16.045" v="616" actId="1076"/>
        <pc:sldMkLst>
          <pc:docMk/>
          <pc:sldMk cId="0" sldId="257"/>
        </pc:sldMkLst>
        <pc:spChg chg="mod">
          <ac:chgData name="Meghana ch" userId="418f84716d9582cf" providerId="LiveId" clId="{668E43EC-68E9-4D12-8265-5156137010FE}" dt="2026-01-07T11:36:04.660" v="615" actId="14100"/>
          <ac:spMkLst>
            <pc:docMk/>
            <pc:sldMk cId="0" sldId="257"/>
            <ac:spMk id="2" creationId="{00000000-0000-0000-0000-000000000000}"/>
          </ac:spMkLst>
        </pc:spChg>
        <pc:spChg chg="mod">
          <ac:chgData name="Meghana ch" userId="418f84716d9582cf" providerId="LiveId" clId="{668E43EC-68E9-4D12-8265-5156137010FE}" dt="2026-01-07T11:36:16.045" v="616" actId="1076"/>
          <ac:spMkLst>
            <pc:docMk/>
            <pc:sldMk cId="0" sldId="257"/>
            <ac:spMk id="3" creationId="{00000000-0000-0000-0000-000000000000}"/>
          </ac:spMkLst>
        </pc:spChg>
      </pc:sldChg>
      <pc:sldChg chg="modSp mod">
        <pc:chgData name="Meghana ch" userId="418f84716d9582cf" providerId="LiveId" clId="{668E43EC-68E9-4D12-8265-5156137010FE}" dt="2026-01-07T11:48:56.593" v="983" actId="1076"/>
        <pc:sldMkLst>
          <pc:docMk/>
          <pc:sldMk cId="0" sldId="258"/>
        </pc:sldMkLst>
        <pc:spChg chg="mod">
          <ac:chgData name="Meghana ch" userId="418f84716d9582cf" providerId="LiveId" clId="{668E43EC-68E9-4D12-8265-5156137010FE}" dt="2026-01-07T11:42:07.220" v="644" actId="1076"/>
          <ac:spMkLst>
            <pc:docMk/>
            <pc:sldMk cId="0" sldId="258"/>
            <ac:spMk id="2" creationId="{00000000-0000-0000-0000-000000000000}"/>
          </ac:spMkLst>
        </pc:spChg>
        <pc:spChg chg="mod">
          <ac:chgData name="Meghana ch" userId="418f84716d9582cf" providerId="LiveId" clId="{668E43EC-68E9-4D12-8265-5156137010FE}" dt="2026-01-07T11:48:37.578" v="975" actId="14100"/>
          <ac:spMkLst>
            <pc:docMk/>
            <pc:sldMk cId="0" sldId="258"/>
            <ac:spMk id="3" creationId="{00000000-0000-0000-0000-000000000000}"/>
          </ac:spMkLst>
        </pc:spChg>
        <pc:spChg chg="mod">
          <ac:chgData name="Meghana ch" userId="418f84716d9582cf" providerId="LiveId" clId="{668E43EC-68E9-4D12-8265-5156137010FE}" dt="2026-01-07T11:48:56.593" v="983" actId="1076"/>
          <ac:spMkLst>
            <pc:docMk/>
            <pc:sldMk cId="0" sldId="258"/>
            <ac:spMk id="4" creationId="{00000000-0000-0000-0000-000000000000}"/>
          </ac:spMkLst>
        </pc:spChg>
      </pc:sldChg>
      <pc:sldChg chg="modSp mod">
        <pc:chgData name="Meghana ch" userId="418f84716d9582cf" providerId="LiveId" clId="{668E43EC-68E9-4D12-8265-5156137010FE}" dt="2026-01-07T11:52:23.728" v="985" actId="1076"/>
        <pc:sldMkLst>
          <pc:docMk/>
          <pc:sldMk cId="0" sldId="259"/>
        </pc:sldMkLst>
        <pc:spChg chg="mod">
          <ac:chgData name="Meghana ch" userId="418f84716d9582cf" providerId="LiveId" clId="{668E43EC-68E9-4D12-8265-5156137010FE}" dt="2026-01-07T11:49:25.736" v="984" actId="14100"/>
          <ac:spMkLst>
            <pc:docMk/>
            <pc:sldMk cId="0" sldId="259"/>
            <ac:spMk id="8" creationId="{D5B6D655-3A27-AF3C-C35E-74FBFDA2DCF3}"/>
          </ac:spMkLst>
        </pc:spChg>
        <pc:spChg chg="mod">
          <ac:chgData name="Meghana ch" userId="418f84716d9582cf" providerId="LiveId" clId="{668E43EC-68E9-4D12-8265-5156137010FE}" dt="2026-01-07T11:52:23.728" v="985" actId="1076"/>
          <ac:spMkLst>
            <pc:docMk/>
            <pc:sldMk cId="0" sldId="259"/>
            <ac:spMk id="9" creationId="{2E030E16-7B2C-4A05-BC89-C847D6696B3D}"/>
          </ac:spMkLst>
        </pc:spChg>
      </pc:sldChg>
      <pc:sldChg chg="modSp mod">
        <pc:chgData name="Meghana ch" userId="418f84716d9582cf" providerId="LiveId" clId="{668E43EC-68E9-4D12-8265-5156137010FE}" dt="2026-01-05T07:10:53.160" v="2" actId="1076"/>
        <pc:sldMkLst>
          <pc:docMk/>
          <pc:sldMk cId="0" sldId="261"/>
        </pc:sldMkLst>
        <pc:spChg chg="mod">
          <ac:chgData name="Meghana ch" userId="418f84716d9582cf" providerId="LiveId" clId="{668E43EC-68E9-4D12-8265-5156137010FE}" dt="2026-01-05T07:10:53.160" v="2" actId="1076"/>
          <ac:spMkLst>
            <pc:docMk/>
            <pc:sldMk cId="0" sldId="261"/>
            <ac:spMk id="2" creationId="{00000000-0000-0000-0000-000000000000}"/>
          </ac:spMkLst>
        </pc:spChg>
      </pc:sldChg>
      <pc:sldChg chg="modSp mod">
        <pc:chgData name="Meghana ch" userId="418f84716d9582cf" providerId="LiveId" clId="{668E43EC-68E9-4D12-8265-5156137010FE}" dt="2026-01-07T11:53:26.211" v="992" actId="14100"/>
        <pc:sldMkLst>
          <pc:docMk/>
          <pc:sldMk cId="0" sldId="262"/>
        </pc:sldMkLst>
        <pc:spChg chg="mod">
          <ac:chgData name="Meghana ch" userId="418f84716d9582cf" providerId="LiveId" clId="{668E43EC-68E9-4D12-8265-5156137010FE}" dt="2026-01-07T11:53:26.211" v="992" actId="14100"/>
          <ac:spMkLst>
            <pc:docMk/>
            <pc:sldMk cId="0" sldId="262"/>
            <ac:spMk id="2" creationId="{00000000-0000-0000-0000-000000000000}"/>
          </ac:spMkLst>
        </pc:spChg>
      </pc:sldChg>
      <pc:sldChg chg="addSp delSp modSp mod">
        <pc:chgData name="Meghana ch" userId="418f84716d9582cf" providerId="LiveId" clId="{668E43EC-68E9-4D12-8265-5156137010FE}" dt="2026-01-07T07:50:13.943" v="601" actId="1076"/>
        <pc:sldMkLst>
          <pc:docMk/>
          <pc:sldMk cId="0" sldId="263"/>
        </pc:sldMkLst>
        <pc:spChg chg="add del mod">
          <ac:chgData name="Meghana ch" userId="418f84716d9582cf" providerId="LiveId" clId="{668E43EC-68E9-4D12-8265-5156137010FE}" dt="2026-01-07T06:22:55.355" v="13" actId="14100"/>
          <ac:spMkLst>
            <pc:docMk/>
            <pc:sldMk cId="0" sldId="263"/>
            <ac:spMk id="6" creationId="{00000000-0000-0000-0000-000000000000}"/>
          </ac:spMkLst>
        </pc:spChg>
        <pc:spChg chg="mod">
          <ac:chgData name="Meghana ch" userId="418f84716d9582cf" providerId="LiveId" clId="{668E43EC-68E9-4D12-8265-5156137010FE}" dt="2026-01-07T06:22:51.186" v="12" actId="255"/>
          <ac:spMkLst>
            <pc:docMk/>
            <pc:sldMk cId="0" sldId="263"/>
            <ac:spMk id="7" creationId="{00000000-0000-0000-0000-000000000000}"/>
          </ac:spMkLst>
        </pc:spChg>
        <pc:spChg chg="add mod">
          <ac:chgData name="Meghana ch" userId="418f84716d9582cf" providerId="LiveId" clId="{668E43EC-68E9-4D12-8265-5156137010FE}" dt="2026-01-07T07:50:07.401" v="600" actId="2711"/>
          <ac:spMkLst>
            <pc:docMk/>
            <pc:sldMk cId="0" sldId="263"/>
            <ac:spMk id="8" creationId="{5F725654-A68C-BAEB-A5B8-09605CEE6E32}"/>
          </ac:spMkLst>
        </pc:spChg>
        <pc:grpChg chg="mod">
          <ac:chgData name="Meghana ch" userId="418f84716d9582cf" providerId="LiveId" clId="{668E43EC-68E9-4D12-8265-5156137010FE}" dt="2026-01-07T07:50:13.943" v="601" actId="1076"/>
          <ac:grpSpMkLst>
            <pc:docMk/>
            <pc:sldMk cId="0" sldId="263"/>
            <ac:grpSpMk id="3" creationId="{00000000-0000-0000-0000-000000000000}"/>
          </ac:grpSpMkLst>
        </pc:grpChg>
      </pc:sldChg>
      <pc:sldChg chg="modSp mod">
        <pc:chgData name="Meghana ch" userId="418f84716d9582cf" providerId="LiveId" clId="{668E43EC-68E9-4D12-8265-5156137010FE}" dt="2026-01-07T11:55:17.424" v="1014" actId="1076"/>
        <pc:sldMkLst>
          <pc:docMk/>
          <pc:sldMk cId="0" sldId="264"/>
        </pc:sldMkLst>
        <pc:spChg chg="mod">
          <ac:chgData name="Meghana ch" userId="418f84716d9582cf" providerId="LiveId" clId="{668E43EC-68E9-4D12-8265-5156137010FE}" dt="2026-01-07T11:55:17.424" v="1014" actId="1076"/>
          <ac:spMkLst>
            <pc:docMk/>
            <pc:sldMk cId="0" sldId="264"/>
            <ac:spMk id="10" creationId="{B5A0F954-C8A0-C16D-D543-AA4CAFFF9CD0}"/>
          </ac:spMkLst>
        </pc:spChg>
      </pc:sldChg>
      <pc:sldChg chg="modSp del mod">
        <pc:chgData name="Meghana ch" userId="418f84716d9582cf" providerId="LiveId" clId="{668E43EC-68E9-4D12-8265-5156137010FE}" dt="2026-01-07T07:48:42.947" v="566" actId="2696"/>
        <pc:sldMkLst>
          <pc:docMk/>
          <pc:sldMk cId="0" sldId="272"/>
        </pc:sldMkLst>
        <pc:spChg chg="mod">
          <ac:chgData name="Meghana ch" userId="418f84716d9582cf" providerId="LiveId" clId="{668E43EC-68E9-4D12-8265-5156137010FE}" dt="2026-01-07T06:35:41.289" v="20" actId="113"/>
          <ac:spMkLst>
            <pc:docMk/>
            <pc:sldMk cId="0" sldId="272"/>
            <ac:spMk id="10" creationId="{00000000-0000-0000-0000-000000000000}"/>
          </ac:spMkLst>
        </pc:spChg>
        <pc:spChg chg="mod">
          <ac:chgData name="Meghana ch" userId="418f84716d9582cf" providerId="LiveId" clId="{668E43EC-68E9-4D12-8265-5156137010FE}" dt="2026-01-07T06:36:17.778" v="42" actId="20577"/>
          <ac:spMkLst>
            <pc:docMk/>
            <pc:sldMk cId="0" sldId="272"/>
            <ac:spMk id="14" creationId="{FE30B2BC-1BF3-5A31-6A9F-43D73059741C}"/>
          </ac:spMkLst>
        </pc:spChg>
        <pc:picChg chg="mod">
          <ac:chgData name="Meghana ch" userId="418f84716d9582cf" providerId="LiveId" clId="{668E43EC-68E9-4D12-8265-5156137010FE}" dt="2026-01-07T07:38:03.300" v="436" actId="14826"/>
          <ac:picMkLst>
            <pc:docMk/>
            <pc:sldMk cId="0" sldId="272"/>
            <ac:picMk id="5" creationId="{00000000-0000-0000-0000-000000000000}"/>
          </ac:picMkLst>
        </pc:picChg>
      </pc:sldChg>
      <pc:sldChg chg="modSp mod">
        <pc:chgData name="Meghana ch" userId="418f84716d9582cf" providerId="LiveId" clId="{668E43EC-68E9-4D12-8265-5156137010FE}" dt="2026-01-07T11:59:50.730" v="1048" actId="20577"/>
        <pc:sldMkLst>
          <pc:docMk/>
          <pc:sldMk cId="0" sldId="281"/>
        </pc:sldMkLst>
        <pc:spChg chg="mod">
          <ac:chgData name="Meghana ch" userId="418f84716d9582cf" providerId="LiveId" clId="{668E43EC-68E9-4D12-8265-5156137010FE}" dt="2026-01-07T11:59:50.730" v="1048" actId="20577"/>
          <ac:spMkLst>
            <pc:docMk/>
            <pc:sldMk cId="0" sldId="281"/>
            <ac:spMk id="3" creationId="{00000000-0000-0000-0000-000000000000}"/>
          </ac:spMkLst>
        </pc:spChg>
      </pc:sldChg>
      <pc:sldChg chg="modSp mod">
        <pc:chgData name="Meghana ch" userId="418f84716d9582cf" providerId="LiveId" clId="{668E43EC-68E9-4D12-8265-5156137010FE}" dt="2026-01-07T12:06:41.993" v="1081" actId="14100"/>
        <pc:sldMkLst>
          <pc:docMk/>
          <pc:sldMk cId="859844476" sldId="282"/>
        </pc:sldMkLst>
        <pc:spChg chg="mod">
          <ac:chgData name="Meghana ch" userId="418f84716d9582cf" providerId="LiveId" clId="{668E43EC-68E9-4D12-8265-5156137010FE}" dt="2026-01-07T12:06:41.993" v="1081" actId="14100"/>
          <ac:spMkLst>
            <pc:docMk/>
            <pc:sldMk cId="859844476" sldId="282"/>
            <ac:spMk id="2" creationId="{B8C80A36-85AD-A2AD-B60E-25F814662B32}"/>
          </ac:spMkLst>
        </pc:spChg>
      </pc:sldChg>
      <pc:sldChg chg="modSp mod ord">
        <pc:chgData name="Meghana ch" userId="418f84716d9582cf" providerId="LiveId" clId="{668E43EC-68E9-4D12-8265-5156137010FE}" dt="2026-01-07T12:06:17.795" v="1076" actId="20577"/>
        <pc:sldMkLst>
          <pc:docMk/>
          <pc:sldMk cId="198076788" sldId="283"/>
        </pc:sldMkLst>
        <pc:spChg chg="mod">
          <ac:chgData name="Meghana ch" userId="418f84716d9582cf" providerId="LiveId" clId="{668E43EC-68E9-4D12-8265-5156137010FE}" dt="2026-01-07T12:06:17.795" v="1076" actId="20577"/>
          <ac:spMkLst>
            <pc:docMk/>
            <pc:sldMk cId="198076788" sldId="283"/>
            <ac:spMk id="4" creationId="{ABD4711B-2CD8-C600-BEBA-CE2D7CD7E8AC}"/>
          </ac:spMkLst>
        </pc:spChg>
      </pc:sldChg>
      <pc:sldChg chg="addSp delSp modSp new mod ord modClrScheme chgLayout">
        <pc:chgData name="Meghana ch" userId="418f84716d9582cf" providerId="LiveId" clId="{668E43EC-68E9-4D12-8265-5156137010FE}" dt="2026-01-07T11:56:00.225" v="1018" actId="255"/>
        <pc:sldMkLst>
          <pc:docMk/>
          <pc:sldMk cId="2497382872" sldId="284"/>
        </pc:sldMkLst>
        <pc:spChg chg="del mod ord">
          <ac:chgData name="Meghana ch" userId="418f84716d9582cf" providerId="LiveId" clId="{668E43EC-68E9-4D12-8265-5156137010FE}" dt="2026-01-07T06:36:45.123" v="43" actId="700"/>
          <ac:spMkLst>
            <pc:docMk/>
            <pc:sldMk cId="2497382872" sldId="284"/>
            <ac:spMk id="2" creationId="{91C01129-335C-B0FC-BD90-7B66D5CC2E47}"/>
          </ac:spMkLst>
        </pc:spChg>
        <pc:spChg chg="add mod ord">
          <ac:chgData name="Meghana ch" userId="418f84716d9582cf" providerId="LiveId" clId="{668E43EC-68E9-4D12-8265-5156137010FE}" dt="2026-01-07T07:12:34.285" v="275" actId="1076"/>
          <ac:spMkLst>
            <pc:docMk/>
            <pc:sldMk cId="2497382872" sldId="284"/>
            <ac:spMk id="3" creationId="{50C22A6E-7E06-2E8C-5E42-2E0B74EDC8C3}"/>
          </ac:spMkLst>
        </pc:spChg>
        <pc:spChg chg="add del mod ord">
          <ac:chgData name="Meghana ch" userId="418f84716d9582cf" providerId="LiveId" clId="{668E43EC-68E9-4D12-8265-5156137010FE}" dt="2026-01-07T06:51:45.660" v="133" actId="700"/>
          <ac:spMkLst>
            <pc:docMk/>
            <pc:sldMk cId="2497382872" sldId="284"/>
            <ac:spMk id="4" creationId="{5BF3E47A-AC47-A10D-1C8E-FDFA1583F3D9}"/>
          </ac:spMkLst>
        </pc:spChg>
        <pc:spChg chg="add del mod ord">
          <ac:chgData name="Meghana ch" userId="418f84716d9582cf" providerId="LiveId" clId="{668E43EC-68E9-4D12-8265-5156137010FE}" dt="2026-01-07T06:51:45.660" v="133" actId="700"/>
          <ac:spMkLst>
            <pc:docMk/>
            <pc:sldMk cId="2497382872" sldId="284"/>
            <ac:spMk id="5" creationId="{DC370C7A-5C80-C80D-3C32-D780FA726DF0}"/>
          </ac:spMkLst>
        </pc:spChg>
        <pc:spChg chg="add del mod">
          <ac:chgData name="Meghana ch" userId="418f84716d9582cf" providerId="LiveId" clId="{668E43EC-68E9-4D12-8265-5156137010FE}" dt="2026-01-07T06:52:57.339" v="143"/>
          <ac:spMkLst>
            <pc:docMk/>
            <pc:sldMk cId="2497382872" sldId="284"/>
            <ac:spMk id="6" creationId="{5ACCD640-F4BA-14B7-8823-98D7C24FD31D}"/>
          </ac:spMkLst>
        </pc:spChg>
        <pc:spChg chg="add del mod">
          <ac:chgData name="Meghana ch" userId="418f84716d9582cf" providerId="LiveId" clId="{668E43EC-68E9-4D12-8265-5156137010FE}" dt="2026-01-07T06:56:59.921" v="154"/>
          <ac:spMkLst>
            <pc:docMk/>
            <pc:sldMk cId="2497382872" sldId="284"/>
            <ac:spMk id="7" creationId="{D7BAC168-AC38-5E8B-3FBB-C88AC70C53CE}"/>
          </ac:spMkLst>
        </pc:spChg>
        <pc:spChg chg="add mod">
          <ac:chgData name="Meghana ch" userId="418f84716d9582cf" providerId="LiveId" clId="{668E43EC-68E9-4D12-8265-5156137010FE}" dt="2026-01-07T11:56:00.225" v="1018" actId="255"/>
          <ac:spMkLst>
            <pc:docMk/>
            <pc:sldMk cId="2497382872" sldId="284"/>
            <ac:spMk id="14" creationId="{1FD4C375-7C94-CB12-4576-72DFBF2D34B9}"/>
          </ac:spMkLst>
        </pc:spChg>
        <pc:picChg chg="add del mod">
          <ac:chgData name="Meghana ch" userId="418f84716d9582cf" providerId="LiveId" clId="{668E43EC-68E9-4D12-8265-5156137010FE}" dt="2026-01-07T06:56:59.898" v="152" actId="21"/>
          <ac:picMkLst>
            <pc:docMk/>
            <pc:sldMk cId="2497382872" sldId="284"/>
            <ac:picMk id="9" creationId="{DEE45C1C-99A9-15A3-8263-B882B08DEAF8}"/>
          </ac:picMkLst>
        </pc:picChg>
        <pc:picChg chg="add mod">
          <ac:chgData name="Meghana ch" userId="418f84716d9582cf" providerId="LiveId" clId="{668E43EC-68E9-4D12-8265-5156137010FE}" dt="2026-01-07T06:57:02.761" v="155"/>
          <ac:picMkLst>
            <pc:docMk/>
            <pc:sldMk cId="2497382872" sldId="284"/>
            <ac:picMk id="10" creationId="{7AECC760-9E4E-AAB3-3330-91163815CC9A}"/>
          </ac:picMkLst>
        </pc:picChg>
        <pc:picChg chg="add mod">
          <ac:chgData name="Meghana ch" userId="418f84716d9582cf" providerId="LiveId" clId="{668E43EC-68E9-4D12-8265-5156137010FE}" dt="2026-01-07T07:12:38.988" v="276" actId="1076"/>
          <ac:picMkLst>
            <pc:docMk/>
            <pc:sldMk cId="2497382872" sldId="284"/>
            <ac:picMk id="11" creationId="{6DE506EC-A22D-DD34-3301-2ECAD01AD647}"/>
          </ac:picMkLst>
        </pc:picChg>
        <pc:picChg chg="add mod">
          <ac:chgData name="Meghana ch" userId="418f84716d9582cf" providerId="LiveId" clId="{668E43EC-68E9-4D12-8265-5156137010FE}" dt="2026-01-07T07:12:43.173" v="277" actId="1076"/>
          <ac:picMkLst>
            <pc:docMk/>
            <pc:sldMk cId="2497382872" sldId="284"/>
            <ac:picMk id="13" creationId="{1F013127-CD52-B630-00CF-F8BE9B1EBEAF}"/>
          </ac:picMkLst>
        </pc:picChg>
      </pc:sldChg>
      <pc:sldChg chg="addSp modSp new mod">
        <pc:chgData name="Meghana ch" userId="418f84716d9582cf" providerId="LiveId" clId="{668E43EC-68E9-4D12-8265-5156137010FE}" dt="2026-01-07T11:56:40.262" v="1022" actId="1076"/>
        <pc:sldMkLst>
          <pc:docMk/>
          <pc:sldMk cId="541844938" sldId="285"/>
        </pc:sldMkLst>
        <pc:spChg chg="add mod">
          <ac:chgData name="Meghana ch" userId="418f84716d9582cf" providerId="LiveId" clId="{668E43EC-68E9-4D12-8265-5156137010FE}" dt="2026-01-07T11:56:36.433" v="1020" actId="1076"/>
          <ac:spMkLst>
            <pc:docMk/>
            <pc:sldMk cId="541844938" sldId="285"/>
            <ac:spMk id="6" creationId="{0DA0DC87-A11E-05D8-ADC2-193191EA8985}"/>
          </ac:spMkLst>
        </pc:spChg>
        <pc:picChg chg="add mod">
          <ac:chgData name="Meghana ch" userId="418f84716d9582cf" providerId="LiveId" clId="{668E43EC-68E9-4D12-8265-5156137010FE}" dt="2026-01-07T11:56:40.262" v="1022" actId="1076"/>
          <ac:picMkLst>
            <pc:docMk/>
            <pc:sldMk cId="541844938" sldId="285"/>
            <ac:picMk id="3" creationId="{DFD5154E-369E-59C7-6BF4-80FED20BB688}"/>
          </ac:picMkLst>
        </pc:picChg>
        <pc:picChg chg="add mod">
          <ac:chgData name="Meghana ch" userId="418f84716d9582cf" providerId="LiveId" clId="{668E43EC-68E9-4D12-8265-5156137010FE}" dt="2026-01-07T07:26:44.515" v="434" actId="1076"/>
          <ac:picMkLst>
            <pc:docMk/>
            <pc:sldMk cId="541844938" sldId="285"/>
            <ac:picMk id="5" creationId="{4211E3EF-71E3-6243-DBF0-D2BFD997CD1A}"/>
          </ac:picMkLst>
        </pc:picChg>
      </pc:sldChg>
      <pc:sldChg chg="addSp modSp new mod">
        <pc:chgData name="Meghana ch" userId="418f84716d9582cf" providerId="LiveId" clId="{668E43EC-68E9-4D12-8265-5156137010FE}" dt="2026-01-07T11:57:23.839" v="1027" actId="1076"/>
        <pc:sldMkLst>
          <pc:docMk/>
          <pc:sldMk cId="435438955" sldId="286"/>
        </pc:sldMkLst>
        <pc:spChg chg="add mod">
          <ac:chgData name="Meghana ch" userId="418f84716d9582cf" providerId="LiveId" clId="{668E43EC-68E9-4D12-8265-5156137010FE}" dt="2026-01-07T09:05:02.303" v="602" actId="767"/>
          <ac:spMkLst>
            <pc:docMk/>
            <pc:sldMk cId="435438955" sldId="286"/>
            <ac:spMk id="2" creationId="{E45D5814-0E1E-C499-AFC4-7C5064794DC8}"/>
          </ac:spMkLst>
        </pc:spChg>
        <pc:spChg chg="mod">
          <ac:chgData name="Meghana ch" userId="418f84716d9582cf" providerId="LiveId" clId="{668E43EC-68E9-4D12-8265-5156137010FE}" dt="2026-01-07T11:57:23.839" v="1027" actId="1076"/>
          <ac:spMkLst>
            <pc:docMk/>
            <pc:sldMk cId="435438955" sldId="286"/>
            <ac:spMk id="6" creationId="{05BB4037-EA13-64C4-9635-2B9FDA61F2EF}"/>
          </ac:spMkLst>
        </pc:spChg>
      </pc:sldChg>
      <pc:sldChg chg="addSp modSp new mod">
        <pc:chgData name="Meghana ch" userId="418f84716d9582cf" providerId="LiveId" clId="{668E43EC-68E9-4D12-8265-5156137010FE}" dt="2026-01-07T11:55:44.941" v="1017" actId="20577"/>
        <pc:sldMkLst>
          <pc:docMk/>
          <pc:sldMk cId="183823892" sldId="287"/>
        </pc:sldMkLst>
        <pc:spChg chg="mod">
          <ac:chgData name="Meghana ch" userId="418f84716d9582cf" providerId="LiveId" clId="{668E43EC-68E9-4D12-8265-5156137010FE}" dt="2026-01-07T07:40:57.018" v="476" actId="20577"/>
          <ac:spMkLst>
            <pc:docMk/>
            <pc:sldMk cId="183823892" sldId="287"/>
            <ac:spMk id="2" creationId="{05A2D8ED-3A9A-684F-612B-E3DA2F1A44A6}"/>
          </ac:spMkLst>
        </pc:spChg>
        <pc:spChg chg="mod">
          <ac:chgData name="Meghana ch" userId="418f84716d9582cf" providerId="LiveId" clId="{668E43EC-68E9-4D12-8265-5156137010FE}" dt="2026-01-07T07:41:14.668" v="477"/>
          <ac:spMkLst>
            <pc:docMk/>
            <pc:sldMk cId="183823892" sldId="287"/>
            <ac:spMk id="5" creationId="{2F9A7EE7-0BFC-183A-E649-D8D062D4AD5E}"/>
          </ac:spMkLst>
        </pc:spChg>
        <pc:spChg chg="add mod">
          <ac:chgData name="Meghana ch" userId="418f84716d9582cf" providerId="LiveId" clId="{668E43EC-68E9-4D12-8265-5156137010FE}" dt="2026-01-07T11:55:44.941" v="1017" actId="20577"/>
          <ac:spMkLst>
            <pc:docMk/>
            <pc:sldMk cId="183823892" sldId="287"/>
            <ac:spMk id="6" creationId="{90270EA9-2E27-8D7A-7D2D-3CA349036D32}"/>
          </ac:spMkLst>
        </pc:spChg>
        <pc:grpChg chg="add mod">
          <ac:chgData name="Meghana ch" userId="418f84716d9582cf" providerId="LiveId" clId="{668E43EC-68E9-4D12-8265-5156137010FE}" dt="2026-01-07T07:41:28.007" v="478" actId="14100"/>
          <ac:grpSpMkLst>
            <pc:docMk/>
            <pc:sldMk cId="183823892" sldId="287"/>
            <ac:grpSpMk id="3" creationId="{8D185662-D40C-19E0-53C5-C570180D1E8D}"/>
          </ac:grpSpMkLst>
        </pc:grpChg>
        <pc:picChg chg="mod">
          <ac:chgData name="Meghana ch" userId="418f84716d9582cf" providerId="LiveId" clId="{668E43EC-68E9-4D12-8265-5156137010FE}" dt="2026-01-07T07:41:14.668" v="477"/>
          <ac:picMkLst>
            <pc:docMk/>
            <pc:sldMk cId="183823892" sldId="287"/>
            <ac:picMk id="4" creationId="{E224BA4D-7C1E-4EE3-6CBD-659FAD8B10B0}"/>
          </ac:picMkLst>
        </pc:picChg>
      </pc:sldChg>
      <pc:sldChg chg="modSp mod">
        <pc:chgData name="Meghana ch" userId="418f84716d9582cf" providerId="LiveId" clId="{668E43EC-68E9-4D12-8265-5156137010FE}" dt="2026-01-07T11:58:12.133" v="1032" actId="20577"/>
        <pc:sldMkLst>
          <pc:docMk/>
          <pc:sldMk cId="1127091294" sldId="288"/>
        </pc:sldMkLst>
        <pc:spChg chg="mod">
          <ac:chgData name="Meghana ch" userId="418f84716d9582cf" providerId="LiveId" clId="{668E43EC-68E9-4D12-8265-5156137010FE}" dt="2026-01-07T11:58:04.034" v="1030" actId="14100"/>
          <ac:spMkLst>
            <pc:docMk/>
            <pc:sldMk cId="1127091294" sldId="288"/>
            <ac:spMk id="2" creationId="{4A71DAF0-7535-432E-857E-8E5F7F5FC99B}"/>
          </ac:spMkLst>
        </pc:spChg>
        <pc:spChg chg="mod">
          <ac:chgData name="Meghana ch" userId="418f84716d9582cf" providerId="LiveId" clId="{668E43EC-68E9-4D12-8265-5156137010FE}" dt="2026-01-07T11:58:12.133" v="1032" actId="20577"/>
          <ac:spMkLst>
            <pc:docMk/>
            <pc:sldMk cId="1127091294" sldId="288"/>
            <ac:spMk id="5" creationId="{1470393B-F28D-9065-5286-F100D86B8A60}"/>
          </ac:spMkLst>
        </pc:spChg>
      </pc:sldChg>
      <pc:sldChg chg="modSp mod">
        <pc:chgData name="Meghana ch" userId="418f84716d9582cf" providerId="LiveId" clId="{668E43EC-68E9-4D12-8265-5156137010FE}" dt="2026-01-07T11:57:40.784" v="1029" actId="20577"/>
        <pc:sldMkLst>
          <pc:docMk/>
          <pc:sldMk cId="463707356" sldId="289"/>
        </pc:sldMkLst>
        <pc:spChg chg="mod">
          <ac:chgData name="Meghana ch" userId="418f84716d9582cf" providerId="LiveId" clId="{668E43EC-68E9-4D12-8265-5156137010FE}" dt="2026-01-07T11:57:40.784" v="1029" actId="20577"/>
          <ac:spMkLst>
            <pc:docMk/>
            <pc:sldMk cId="463707356" sldId="289"/>
            <ac:spMk id="5" creationId="{02888FE3-2879-E974-EAB6-50F0525EF654}"/>
          </ac:spMkLst>
        </pc:spChg>
      </pc:sldChg>
      <pc:sldChg chg="modSp mod">
        <pc:chgData name="Meghana ch" userId="418f84716d9582cf" providerId="LiveId" clId="{668E43EC-68E9-4D12-8265-5156137010FE}" dt="2026-01-07T11:58:53.360" v="1035" actId="1076"/>
        <pc:sldMkLst>
          <pc:docMk/>
          <pc:sldMk cId="693861519" sldId="290"/>
        </pc:sldMkLst>
        <pc:spChg chg="mod">
          <ac:chgData name="Meghana ch" userId="418f84716d9582cf" providerId="LiveId" clId="{668E43EC-68E9-4D12-8265-5156137010FE}" dt="2026-01-07T11:58:53.360" v="1035" actId="1076"/>
          <ac:spMkLst>
            <pc:docMk/>
            <pc:sldMk cId="693861519" sldId="290"/>
            <ac:spMk id="5" creationId="{BDB3F4E0-258C-FF08-B70F-10204E4CDFF7}"/>
          </ac:spMkLst>
        </pc:spChg>
      </pc:sldChg>
      <pc:sldChg chg="modSp mod">
        <pc:chgData name="Meghana ch" userId="418f84716d9582cf" providerId="LiveId" clId="{668E43EC-68E9-4D12-8265-5156137010FE}" dt="2026-01-07T11:59:35.970" v="1042" actId="1076"/>
        <pc:sldMkLst>
          <pc:docMk/>
          <pc:sldMk cId="1177050124" sldId="291"/>
        </pc:sldMkLst>
        <pc:spChg chg="mod">
          <ac:chgData name="Meghana ch" userId="418f84716d9582cf" providerId="LiveId" clId="{668E43EC-68E9-4D12-8265-5156137010FE}" dt="2026-01-07T11:59:35.970" v="1042" actId="1076"/>
          <ac:spMkLst>
            <pc:docMk/>
            <pc:sldMk cId="1177050124" sldId="291"/>
            <ac:spMk id="5" creationId="{E0DEB64D-8E53-1546-7EB7-037FE7216266}"/>
          </ac:spMkLst>
        </pc:spChg>
        <pc:picChg chg="mod">
          <ac:chgData name="Meghana ch" userId="418f84716d9582cf" providerId="LiveId" clId="{668E43EC-68E9-4D12-8265-5156137010FE}" dt="2026-01-07T11:59:27.522" v="1040" actId="1076"/>
          <ac:picMkLst>
            <pc:docMk/>
            <pc:sldMk cId="1177050124" sldId="291"/>
            <ac:picMk id="3" creationId="{FE8A7A09-FB97-3561-DD17-65DFE63C5DC2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7FA86A-9B3E-446A-BC9C-B8ADF986FC88}" type="datetimeFigureOut">
              <a:rPr lang="en-IN" smtClean="0"/>
              <a:t>07-01-2026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2EB107-C117-45C8-98EC-0CAEC7507AF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337893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2EB107-C117-45C8-98EC-0CAEC7507AF1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886694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1594485"/>
            <a:ext cx="7772400" cy="10801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3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3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3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3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6610674" y="4638738"/>
            <a:ext cx="2419046" cy="457141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98422" y="-29464"/>
            <a:ext cx="8747155" cy="7462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3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025706" y="1597567"/>
            <a:ext cx="4560570" cy="17322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6963392" cy="1593940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00200" y="2598555"/>
            <a:ext cx="6400800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2800" dirty="0">
                <a:latin typeface="Times New Roman"/>
                <a:cs typeface="Times New Roman"/>
              </a:rPr>
              <a:t>HISTORICAL POPULARITY INDEX</a:t>
            </a:r>
            <a:endParaRPr sz="28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375510" y="857248"/>
            <a:ext cx="7968615" cy="2705101"/>
          </a:xfrm>
          <a:custGeom>
            <a:avLst/>
            <a:gdLst/>
            <a:ahLst/>
            <a:cxnLst/>
            <a:rect l="l" t="t" r="r" b="b"/>
            <a:pathLst>
              <a:path w="7968615" h="2352040">
                <a:moveTo>
                  <a:pt x="0" y="0"/>
                </a:moveTo>
                <a:lnTo>
                  <a:pt x="7968300" y="0"/>
                </a:lnTo>
                <a:lnTo>
                  <a:pt x="7968300" y="2351699"/>
                </a:lnTo>
                <a:lnTo>
                  <a:pt x="0" y="2351699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57200" y="971550"/>
            <a:ext cx="3346028" cy="218264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17500" indent="-292735">
              <a:lnSpc>
                <a:spcPct val="100000"/>
              </a:lnSpc>
              <a:spcBef>
                <a:spcPts val="100"/>
              </a:spcBef>
              <a:buFont typeface="Segoe UI Symbol"/>
              <a:buChar char="❑"/>
              <a:tabLst>
                <a:tab pos="317500" algn="l"/>
              </a:tabLst>
            </a:pPr>
            <a:r>
              <a:rPr sz="1400" b="1" spc="-10" dirty="0">
                <a:latin typeface="Times New Roman"/>
                <a:cs typeface="Times New Roman"/>
              </a:rPr>
              <a:t>Background</a:t>
            </a:r>
            <a:r>
              <a:rPr sz="1400" b="1" spc="-15" dirty="0">
                <a:latin typeface="Times New Roman"/>
                <a:cs typeface="Times New Roman"/>
              </a:rPr>
              <a:t> </a:t>
            </a:r>
            <a:r>
              <a:rPr sz="1400" b="1" dirty="0">
                <a:latin typeface="Times New Roman"/>
                <a:cs typeface="Times New Roman"/>
              </a:rPr>
              <a:t>?</a:t>
            </a:r>
            <a:r>
              <a:rPr sz="1400" b="1" spc="-10" dirty="0">
                <a:latin typeface="Times New Roman"/>
                <a:cs typeface="Times New Roman"/>
              </a:rPr>
              <a:t> (B-</a:t>
            </a:r>
            <a:r>
              <a:rPr sz="1400" b="1" dirty="0">
                <a:latin typeface="Times New Roman"/>
                <a:cs typeface="Times New Roman"/>
              </a:rPr>
              <a:t>tech</a:t>
            </a:r>
            <a:r>
              <a:rPr sz="1400" b="1" spc="-10" dirty="0">
                <a:latin typeface="Times New Roman"/>
                <a:cs typeface="Times New Roman"/>
              </a:rPr>
              <a:t> </a:t>
            </a:r>
            <a:r>
              <a:rPr sz="1400" b="1" dirty="0">
                <a:latin typeface="Times New Roman"/>
                <a:cs typeface="Times New Roman"/>
              </a:rPr>
              <a:t>or</a:t>
            </a:r>
            <a:r>
              <a:rPr sz="1400" b="1" spc="-40" dirty="0">
                <a:latin typeface="Times New Roman"/>
                <a:cs typeface="Times New Roman"/>
              </a:rPr>
              <a:t> </a:t>
            </a:r>
            <a:r>
              <a:rPr sz="1400" b="1" dirty="0">
                <a:latin typeface="Times New Roman"/>
                <a:cs typeface="Times New Roman"/>
              </a:rPr>
              <a:t>M-</a:t>
            </a:r>
            <a:r>
              <a:rPr sz="1400" b="1" spc="-10" dirty="0">
                <a:latin typeface="Times New Roman"/>
                <a:cs typeface="Times New Roman"/>
              </a:rPr>
              <a:t>tech)</a:t>
            </a:r>
            <a:endParaRPr sz="14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buFont typeface="Segoe UI Symbol"/>
              <a:buChar char="❑"/>
            </a:pPr>
            <a:endParaRPr sz="14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80"/>
              </a:spcBef>
              <a:buFont typeface="Segoe UI Symbol"/>
              <a:buChar char="❑"/>
            </a:pPr>
            <a:endParaRPr sz="1400" dirty="0">
              <a:latin typeface="Times New Roman"/>
              <a:cs typeface="Times New Roman"/>
            </a:endParaRPr>
          </a:p>
          <a:p>
            <a:pPr marL="317500" indent="-292735">
              <a:lnSpc>
                <a:spcPct val="100000"/>
              </a:lnSpc>
              <a:buFont typeface="Segoe UI Symbol"/>
              <a:buChar char="❑"/>
              <a:tabLst>
                <a:tab pos="317500" algn="l"/>
              </a:tabLst>
            </a:pPr>
            <a:r>
              <a:rPr sz="1400" b="1" dirty="0">
                <a:latin typeface="Times New Roman"/>
                <a:cs typeface="Times New Roman"/>
              </a:rPr>
              <a:t>Why</a:t>
            </a:r>
            <a:r>
              <a:rPr sz="1400" b="1" spc="-15" dirty="0">
                <a:latin typeface="Times New Roman"/>
                <a:cs typeface="Times New Roman"/>
              </a:rPr>
              <a:t> </a:t>
            </a:r>
            <a:r>
              <a:rPr sz="1400" b="1" dirty="0">
                <a:latin typeface="Times New Roman"/>
                <a:cs typeface="Times New Roman"/>
              </a:rPr>
              <a:t>you</a:t>
            </a:r>
            <a:r>
              <a:rPr sz="1400" b="1" spc="-15" dirty="0">
                <a:latin typeface="Times New Roman"/>
                <a:cs typeface="Times New Roman"/>
              </a:rPr>
              <a:t> </a:t>
            </a:r>
            <a:r>
              <a:rPr sz="1400" b="1" dirty="0">
                <a:latin typeface="Times New Roman"/>
                <a:cs typeface="Times New Roman"/>
              </a:rPr>
              <a:t>want</a:t>
            </a:r>
            <a:r>
              <a:rPr sz="1400" b="1" spc="-10" dirty="0">
                <a:latin typeface="Times New Roman"/>
                <a:cs typeface="Times New Roman"/>
              </a:rPr>
              <a:t> </a:t>
            </a:r>
            <a:r>
              <a:rPr sz="1400" b="1" dirty="0">
                <a:latin typeface="Times New Roman"/>
                <a:cs typeface="Times New Roman"/>
              </a:rPr>
              <a:t>to</a:t>
            </a:r>
            <a:r>
              <a:rPr sz="1400" b="1" spc="-10" dirty="0">
                <a:latin typeface="Times New Roman"/>
                <a:cs typeface="Times New Roman"/>
              </a:rPr>
              <a:t> </a:t>
            </a:r>
            <a:r>
              <a:rPr sz="1400" b="1" dirty="0">
                <a:latin typeface="Times New Roman"/>
                <a:cs typeface="Times New Roman"/>
              </a:rPr>
              <a:t>learn</a:t>
            </a:r>
            <a:r>
              <a:rPr sz="1400" b="1" spc="-15" dirty="0">
                <a:latin typeface="Times New Roman"/>
                <a:cs typeface="Times New Roman"/>
              </a:rPr>
              <a:t> </a:t>
            </a:r>
            <a:r>
              <a:rPr sz="1400" b="1" dirty="0">
                <a:latin typeface="Times New Roman"/>
                <a:cs typeface="Times New Roman"/>
              </a:rPr>
              <a:t>Data</a:t>
            </a:r>
            <a:r>
              <a:rPr sz="1400" b="1" spc="-90" dirty="0">
                <a:latin typeface="Times New Roman"/>
                <a:cs typeface="Times New Roman"/>
              </a:rPr>
              <a:t> </a:t>
            </a:r>
            <a:r>
              <a:rPr sz="1400" b="1" spc="-10" dirty="0">
                <a:latin typeface="Times New Roman"/>
                <a:cs typeface="Times New Roman"/>
              </a:rPr>
              <a:t>Analytics</a:t>
            </a:r>
            <a:endParaRPr sz="14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590"/>
              </a:spcBef>
              <a:buFont typeface="Segoe UI Symbol"/>
              <a:buChar char="❑"/>
            </a:pPr>
            <a:endParaRPr sz="1400" dirty="0">
              <a:latin typeface="Times New Roman"/>
              <a:cs typeface="Times New Roman"/>
            </a:endParaRPr>
          </a:p>
          <a:p>
            <a:pPr marL="317500" indent="-292735">
              <a:lnSpc>
                <a:spcPct val="100000"/>
              </a:lnSpc>
              <a:buFont typeface="Segoe UI Symbol"/>
              <a:buChar char="❑"/>
              <a:tabLst>
                <a:tab pos="317500" algn="l"/>
              </a:tabLst>
            </a:pPr>
            <a:r>
              <a:rPr sz="1400" b="1" dirty="0">
                <a:latin typeface="Times New Roman"/>
                <a:cs typeface="Times New Roman"/>
              </a:rPr>
              <a:t>Any</a:t>
            </a:r>
            <a:r>
              <a:rPr sz="1400" b="1" spc="-25" dirty="0">
                <a:latin typeface="Times New Roman"/>
                <a:cs typeface="Times New Roman"/>
              </a:rPr>
              <a:t> </a:t>
            </a:r>
            <a:r>
              <a:rPr sz="1400" b="1" dirty="0">
                <a:latin typeface="Times New Roman"/>
                <a:cs typeface="Times New Roman"/>
              </a:rPr>
              <a:t>work</a:t>
            </a:r>
            <a:r>
              <a:rPr sz="1400" b="1" spc="-30" dirty="0">
                <a:latin typeface="Times New Roman"/>
                <a:cs typeface="Times New Roman"/>
              </a:rPr>
              <a:t> </a:t>
            </a:r>
            <a:r>
              <a:rPr sz="1400" b="1" spc="-10" dirty="0">
                <a:latin typeface="Times New Roman"/>
                <a:cs typeface="Times New Roman"/>
              </a:rPr>
              <a:t>experience</a:t>
            </a:r>
            <a:endParaRPr sz="14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buFont typeface="Segoe UI Symbol"/>
              <a:buChar char="❑"/>
            </a:pPr>
            <a:endParaRPr sz="14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40"/>
              </a:spcBef>
              <a:buFont typeface="Segoe UI Symbol"/>
              <a:buChar char="❑"/>
            </a:pPr>
            <a:endParaRPr sz="1400" dirty="0">
              <a:latin typeface="Times New Roman"/>
              <a:cs typeface="Times New Roman"/>
            </a:endParaRPr>
          </a:p>
          <a:p>
            <a:pPr marL="292100" indent="-279400">
              <a:lnSpc>
                <a:spcPct val="100000"/>
              </a:lnSpc>
              <a:buFont typeface="Segoe UI Symbol"/>
              <a:buChar char="❑"/>
              <a:tabLst>
                <a:tab pos="292100" algn="l"/>
              </a:tabLst>
            </a:pPr>
            <a:r>
              <a:rPr sz="1400" b="1" dirty="0">
                <a:latin typeface="Times New Roman"/>
                <a:cs typeface="Times New Roman"/>
              </a:rPr>
              <a:t>linkedin</a:t>
            </a:r>
            <a:r>
              <a:rPr sz="1400" b="1" spc="-40" dirty="0">
                <a:latin typeface="Times New Roman"/>
                <a:cs typeface="Times New Roman"/>
              </a:rPr>
              <a:t> </a:t>
            </a:r>
            <a:r>
              <a:rPr sz="1400" b="1" dirty="0">
                <a:latin typeface="Times New Roman"/>
                <a:cs typeface="Times New Roman"/>
              </a:rPr>
              <a:t>and</a:t>
            </a:r>
            <a:r>
              <a:rPr sz="1400" b="1" spc="-35" dirty="0">
                <a:latin typeface="Times New Roman"/>
                <a:cs typeface="Times New Roman"/>
              </a:rPr>
              <a:t> </a:t>
            </a:r>
            <a:r>
              <a:rPr sz="1400" b="1" dirty="0">
                <a:latin typeface="Times New Roman"/>
                <a:cs typeface="Times New Roman"/>
              </a:rPr>
              <a:t>github</a:t>
            </a:r>
            <a:r>
              <a:rPr sz="1400" b="1" spc="-35" dirty="0">
                <a:latin typeface="Times New Roman"/>
                <a:cs typeface="Times New Roman"/>
              </a:rPr>
              <a:t> </a:t>
            </a:r>
            <a:r>
              <a:rPr sz="1400" b="1" dirty="0">
                <a:latin typeface="Times New Roman"/>
                <a:cs typeface="Times New Roman"/>
              </a:rPr>
              <a:t>profile</a:t>
            </a:r>
            <a:r>
              <a:rPr sz="1400" b="1" spc="-35" dirty="0">
                <a:latin typeface="Times New Roman"/>
                <a:cs typeface="Times New Roman"/>
              </a:rPr>
              <a:t> </a:t>
            </a:r>
            <a:r>
              <a:rPr sz="1400" b="1" spc="-10" dirty="0">
                <a:latin typeface="Times New Roman"/>
                <a:cs typeface="Times New Roman"/>
              </a:rPr>
              <a:t>urls:</a:t>
            </a:r>
            <a:endParaRPr sz="1400" dirty="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87548" rIns="0" bIns="0" rtlCol="0">
            <a:spAutoFit/>
          </a:bodyPr>
          <a:lstStyle/>
          <a:p>
            <a:pPr marL="18923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Tahoma"/>
                <a:cs typeface="Tahoma"/>
              </a:rPr>
              <a:t>About</a:t>
            </a:r>
            <a:r>
              <a:rPr sz="2400" spc="-100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me</a:t>
            </a:r>
            <a:endParaRPr sz="240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28600" y="57150"/>
            <a:ext cx="3733800" cy="606841"/>
          </a:xfrm>
          <a:prstGeom prst="rect">
            <a:avLst/>
          </a:prstGeom>
        </p:spPr>
        <p:txBody>
          <a:bodyPr vert="horz" wrap="square" lIns="0" tIns="235212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Times New Roman"/>
                <a:cs typeface="Times New Roman"/>
              </a:rPr>
              <a:t>Dataset</a:t>
            </a:r>
            <a:r>
              <a:rPr sz="2400" spc="-80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Overview</a:t>
            </a:r>
            <a:endParaRPr sz="2400" dirty="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368050" y="857249"/>
            <a:ext cx="8229600" cy="2857501"/>
          </a:xfrm>
          <a:custGeom>
            <a:avLst/>
            <a:gdLst/>
            <a:ahLst/>
            <a:cxnLst/>
            <a:rect l="l" t="t" r="r" b="b"/>
            <a:pathLst>
              <a:path w="8229600" h="1939289">
                <a:moveTo>
                  <a:pt x="0" y="0"/>
                </a:moveTo>
                <a:lnTo>
                  <a:pt x="8229599" y="0"/>
                </a:lnTo>
                <a:lnTo>
                  <a:pt x="8229599" y="1938992"/>
                </a:lnTo>
                <a:lnTo>
                  <a:pt x="0" y="1938992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546350" y="1013856"/>
            <a:ext cx="7988050" cy="254428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marR="215900" indent="-28575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  <a:tabLst>
                <a:tab pos="232410" algn="l"/>
              </a:tabLst>
            </a:pPr>
            <a:r>
              <a:rPr sz="1800" dirty="0">
                <a:latin typeface="Times New Roman"/>
                <a:cs typeface="Times New Roman"/>
              </a:rPr>
              <a:t>The</a:t>
            </a:r>
            <a:r>
              <a:rPr sz="1800" spc="-5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dataset</a:t>
            </a:r>
            <a:r>
              <a:rPr sz="1800" spc="-5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contains</a:t>
            </a:r>
            <a:r>
              <a:rPr sz="1800" spc="-50" dirty="0">
                <a:latin typeface="Times New Roman"/>
                <a:cs typeface="Times New Roman"/>
              </a:rPr>
              <a:t> </a:t>
            </a:r>
            <a:r>
              <a:rPr lang="en-IN" sz="1800" dirty="0">
                <a:latin typeface="Times New Roman"/>
                <a:cs typeface="Times New Roman"/>
              </a:rPr>
              <a:t>11,341</a:t>
            </a:r>
            <a:r>
              <a:rPr sz="1800" spc="-4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rows</a:t>
            </a:r>
            <a:r>
              <a:rPr sz="1800" spc="-5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and</a:t>
            </a:r>
            <a:r>
              <a:rPr sz="1800" spc="-45" dirty="0">
                <a:latin typeface="Times New Roman"/>
                <a:cs typeface="Times New Roman"/>
              </a:rPr>
              <a:t> </a:t>
            </a:r>
            <a:r>
              <a:rPr lang="en-IN" spc="-45" dirty="0">
                <a:latin typeface="Times New Roman"/>
                <a:cs typeface="Times New Roman"/>
              </a:rPr>
              <a:t>17</a:t>
            </a:r>
            <a:r>
              <a:rPr sz="1800" spc="-4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columns</a:t>
            </a:r>
            <a:r>
              <a:rPr sz="1800" spc="-5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representing</a:t>
            </a:r>
            <a:r>
              <a:rPr sz="1800" spc="-45" dirty="0">
                <a:latin typeface="Times New Roman"/>
                <a:cs typeface="Times New Roman"/>
              </a:rPr>
              <a:t> </a:t>
            </a:r>
            <a:r>
              <a:rPr lang="en-IN" sz="1800" spc="-45" dirty="0">
                <a:latin typeface="Times New Roman"/>
                <a:cs typeface="Times New Roman"/>
              </a:rPr>
              <a:t>information about people and popularity of their articles.</a:t>
            </a:r>
          </a:p>
          <a:p>
            <a:pPr marL="12065" marR="215900">
              <a:lnSpc>
                <a:spcPct val="100000"/>
              </a:lnSpc>
              <a:spcBef>
                <a:spcPts val="100"/>
              </a:spcBef>
              <a:tabLst>
                <a:tab pos="232410" algn="l"/>
              </a:tabLst>
            </a:pPr>
            <a:endParaRPr lang="en-IN" sz="1800" spc="-45" dirty="0">
              <a:latin typeface="Times New Roman"/>
              <a:cs typeface="Times New Roman"/>
            </a:endParaRPr>
          </a:p>
          <a:p>
            <a:pPr marL="297815" marR="215900" indent="-28575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  <a:tabLst>
                <a:tab pos="232410" algn="l"/>
              </a:tabLst>
            </a:pPr>
            <a:r>
              <a:rPr lang="en-IN" spc="-45" dirty="0">
                <a:latin typeface="Times New Roman"/>
                <a:cs typeface="Times New Roman"/>
              </a:rPr>
              <a:t>It includes </a:t>
            </a:r>
            <a:r>
              <a:rPr lang="en-US" spc="-40" dirty="0">
                <a:latin typeface="Times New Roman"/>
                <a:cs typeface="Times New Roman"/>
              </a:rPr>
              <a:t>10 </a:t>
            </a:r>
            <a:r>
              <a:rPr lang="en-US" sz="1800" spc="-10" dirty="0">
                <a:latin typeface="Times New Roman"/>
                <a:cs typeface="Times New Roman"/>
              </a:rPr>
              <a:t>categorical</a:t>
            </a:r>
            <a:r>
              <a:rPr lang="en-US" sz="1800" spc="-40" dirty="0">
                <a:latin typeface="Times New Roman"/>
                <a:cs typeface="Times New Roman"/>
              </a:rPr>
              <a:t> </a:t>
            </a:r>
            <a:r>
              <a:rPr lang="en-US" sz="1800" dirty="0">
                <a:latin typeface="Times New Roman"/>
                <a:cs typeface="Times New Roman"/>
              </a:rPr>
              <a:t>and</a:t>
            </a:r>
            <a:r>
              <a:rPr lang="en-US" sz="1800" spc="-30" dirty="0">
                <a:latin typeface="Times New Roman"/>
                <a:cs typeface="Times New Roman"/>
              </a:rPr>
              <a:t> </a:t>
            </a:r>
            <a:r>
              <a:rPr lang="en-US" spc="-30" dirty="0">
                <a:latin typeface="Times New Roman"/>
                <a:cs typeface="Times New Roman"/>
              </a:rPr>
              <a:t>7</a:t>
            </a:r>
            <a:r>
              <a:rPr lang="en-US" sz="1800" spc="-35" dirty="0">
                <a:latin typeface="Times New Roman"/>
                <a:cs typeface="Times New Roman"/>
              </a:rPr>
              <a:t> </a:t>
            </a:r>
            <a:r>
              <a:rPr lang="en-US" sz="1800" spc="-10" dirty="0">
                <a:latin typeface="Times New Roman"/>
                <a:cs typeface="Times New Roman"/>
              </a:rPr>
              <a:t>numerical</a:t>
            </a:r>
            <a:r>
              <a:rPr lang="en-US" sz="1800" spc="-40" dirty="0">
                <a:latin typeface="Times New Roman"/>
                <a:cs typeface="Times New Roman"/>
              </a:rPr>
              <a:t> </a:t>
            </a:r>
            <a:r>
              <a:rPr lang="en-US" sz="1800" dirty="0">
                <a:latin typeface="Times New Roman"/>
                <a:cs typeface="Times New Roman"/>
              </a:rPr>
              <a:t>column</a:t>
            </a:r>
            <a:r>
              <a:rPr lang="en-IN" sz="1800" dirty="0">
                <a:latin typeface="Times New Roman"/>
                <a:cs typeface="Times New Roman"/>
              </a:rPr>
              <a:t>s.</a:t>
            </a:r>
          </a:p>
          <a:p>
            <a:pPr marL="297815" marR="215900" indent="-28575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  <a:tabLst>
                <a:tab pos="232410" algn="l"/>
              </a:tabLst>
            </a:pPr>
            <a:endParaRPr lang="en-IN" spc="-10" dirty="0">
              <a:latin typeface="Times New Roman"/>
              <a:cs typeface="Times New Roman"/>
            </a:endParaRPr>
          </a:p>
          <a:p>
            <a:pPr marL="285750" indent="-285750" latinLnBrk="1">
              <a:buFont typeface="Arial" panose="020B0604020202020204" pitchFamily="34" charset="0"/>
              <a:buChar char="•"/>
            </a:pPr>
            <a:r>
              <a:rPr sz="1800" dirty="0">
                <a:latin typeface="Times New Roman"/>
                <a:cs typeface="Times New Roman"/>
              </a:rPr>
              <a:t>Columns</a:t>
            </a:r>
            <a:r>
              <a:rPr sz="1800" spc="-9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include:</a:t>
            </a:r>
            <a:r>
              <a:rPr lang="en-IN" sz="1800" dirty="0">
                <a:latin typeface="Times New Roman"/>
                <a:cs typeface="Times New Roman"/>
              </a:rPr>
              <a:t> </a:t>
            </a:r>
            <a:r>
              <a:rPr lang="en-IN" sz="1800" dirty="0" err="1">
                <a:latin typeface="Times New Roman"/>
                <a:cs typeface="Times New Roman"/>
              </a:rPr>
              <a:t>article_id</a:t>
            </a:r>
            <a:r>
              <a:rPr lang="en-IN" dirty="0">
                <a:latin typeface="Times New Roman"/>
                <a:cs typeface="Times New Roman"/>
              </a:rPr>
              <a:t>, </a:t>
            </a:r>
            <a:r>
              <a:rPr lang="en-IN" dirty="0" err="1">
                <a:latin typeface="Times New Roman"/>
                <a:cs typeface="Times New Roman"/>
              </a:rPr>
              <a:t>full_name</a:t>
            </a:r>
            <a:r>
              <a:rPr lang="en-IN" dirty="0">
                <a:latin typeface="Times New Roman"/>
                <a:cs typeface="Times New Roman"/>
              </a:rPr>
              <a:t>, sex, </a:t>
            </a:r>
            <a:r>
              <a:rPr lang="en-IN" dirty="0" err="1">
                <a:latin typeface="Times New Roman"/>
                <a:cs typeface="Times New Roman"/>
              </a:rPr>
              <a:t>birth_year</a:t>
            </a:r>
            <a:r>
              <a:rPr lang="en-IN" dirty="0">
                <a:latin typeface="Times New Roman"/>
                <a:cs typeface="Times New Roman"/>
              </a:rPr>
              <a:t>, city, state, country,              continent, latitude, longitude, occupation, industry, domain, </a:t>
            </a:r>
            <a:r>
              <a:rPr lang="en-IN" dirty="0" err="1">
                <a:latin typeface="Times New Roman"/>
                <a:cs typeface="Times New Roman"/>
              </a:rPr>
              <a:t>article_languages</a:t>
            </a:r>
            <a:r>
              <a:rPr lang="en-IN" dirty="0">
                <a:latin typeface="Times New Roman"/>
                <a:cs typeface="Times New Roman"/>
              </a:rPr>
              <a:t>,</a:t>
            </a:r>
          </a:p>
          <a:p>
            <a:pPr latinLnBrk="1"/>
            <a:r>
              <a:rPr lang="en-IN" dirty="0">
                <a:latin typeface="Times New Roman"/>
                <a:cs typeface="Times New Roman"/>
              </a:rPr>
              <a:t>     </a:t>
            </a:r>
            <a:r>
              <a:rPr lang="en-IN" dirty="0" err="1">
                <a:latin typeface="Times New Roman"/>
                <a:cs typeface="Times New Roman"/>
              </a:rPr>
              <a:t>page_views</a:t>
            </a:r>
            <a:r>
              <a:rPr lang="en-IN" dirty="0">
                <a:latin typeface="Times New Roman"/>
                <a:cs typeface="Times New Roman"/>
              </a:rPr>
              <a:t>, </a:t>
            </a:r>
            <a:r>
              <a:rPr lang="en-IN" dirty="0" err="1">
                <a:latin typeface="Times New Roman"/>
                <a:cs typeface="Times New Roman"/>
              </a:rPr>
              <a:t>average_views</a:t>
            </a:r>
            <a:r>
              <a:rPr lang="en-IN" dirty="0">
                <a:latin typeface="Times New Roman"/>
                <a:cs typeface="Times New Roman"/>
              </a:rPr>
              <a:t>, </a:t>
            </a:r>
            <a:r>
              <a:rPr lang="en-IN" dirty="0" err="1">
                <a:latin typeface="Times New Roman"/>
                <a:cs typeface="Times New Roman"/>
              </a:rPr>
              <a:t>historical_popularity_index</a:t>
            </a:r>
            <a:r>
              <a:rPr lang="en-IN" dirty="0">
                <a:latin typeface="Times New Roman"/>
                <a:cs typeface="Times New Roman"/>
              </a:rPr>
              <a:t> </a:t>
            </a:r>
          </a:p>
          <a:p>
            <a:pPr latinLnBrk="1"/>
            <a:r>
              <a:rPr lang="en-IN" dirty="0">
                <a:latin typeface="Times New Roman"/>
                <a:cs typeface="Times New Roman"/>
              </a:rPr>
              <a:t>  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78117" y="716796"/>
            <a:ext cx="8475980" cy="3947795"/>
          </a:xfrm>
          <a:custGeom>
            <a:avLst/>
            <a:gdLst/>
            <a:ahLst/>
            <a:cxnLst/>
            <a:rect l="l" t="t" r="r" b="b"/>
            <a:pathLst>
              <a:path w="8475980" h="3947795">
                <a:moveTo>
                  <a:pt x="0" y="0"/>
                </a:moveTo>
                <a:lnTo>
                  <a:pt x="8475677" y="0"/>
                </a:lnTo>
                <a:lnTo>
                  <a:pt x="8475677" y="3947234"/>
                </a:lnTo>
                <a:lnTo>
                  <a:pt x="0" y="3947234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35212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Times New Roman"/>
                <a:cs typeface="Times New Roman"/>
              </a:rPr>
              <a:t>Simple</a:t>
            </a:r>
            <a:r>
              <a:rPr sz="2400" spc="-4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description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of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each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column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in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your</a:t>
            </a:r>
            <a:r>
              <a:rPr sz="2400" spc="-70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dataset:</a:t>
            </a:r>
            <a:endParaRPr sz="2400" dirty="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562601" y="1581150"/>
            <a:ext cx="1676400" cy="81817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00660" indent="-187960">
              <a:lnSpc>
                <a:spcPct val="100000"/>
              </a:lnSpc>
              <a:spcBef>
                <a:spcPts val="1680"/>
              </a:spcBef>
              <a:buFont typeface="Arial MT"/>
              <a:buChar char="•"/>
              <a:tabLst>
                <a:tab pos="200660" algn="l"/>
              </a:tabLst>
            </a:pPr>
            <a:endParaRPr lang="en-IN" sz="800" spc="-10" dirty="0">
              <a:latin typeface="Calibri"/>
              <a:cs typeface="Calibri"/>
            </a:endParaRPr>
          </a:p>
          <a:p>
            <a:pPr marL="200660" indent="-187960">
              <a:lnSpc>
                <a:spcPct val="100000"/>
              </a:lnSpc>
              <a:spcBef>
                <a:spcPts val="1680"/>
              </a:spcBef>
              <a:buFont typeface="Arial MT"/>
              <a:buChar char="•"/>
              <a:tabLst>
                <a:tab pos="200660" algn="l"/>
              </a:tabLst>
            </a:pPr>
            <a:endParaRPr lang="en-IN" sz="800" spc="-10" dirty="0">
              <a:latin typeface="Calibri"/>
              <a:cs typeface="Calibri"/>
            </a:endParaRPr>
          </a:p>
          <a:p>
            <a:pPr marL="200660" indent="-187960">
              <a:lnSpc>
                <a:spcPct val="100000"/>
              </a:lnSpc>
              <a:spcBef>
                <a:spcPts val="1680"/>
              </a:spcBef>
              <a:buFont typeface="Arial MT"/>
              <a:buChar char="•"/>
              <a:tabLst>
                <a:tab pos="200660" algn="l"/>
              </a:tabLst>
            </a:pPr>
            <a:endParaRPr lang="en-IN" sz="800" spc="-10" dirty="0">
              <a:latin typeface="Calibri"/>
              <a:cs typeface="Calibri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D5B6D655-3A27-AF3C-C35E-74FBFDA2DCF3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304800" y="833970"/>
            <a:ext cx="3429000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article_id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– Unique ID for each article/person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full_name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– Name of the person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sex</a:t>
            </a:r>
            <a:r>
              <a:rPr kumimoji="0" lang="en-US" alt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– Gender of the person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birth_year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– Year the person was born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city </a:t>
            </a:r>
            <a:r>
              <a:rPr kumimoji="0" lang="en-US" alt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– City the person belongs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state </a:t>
            </a:r>
            <a:r>
              <a:rPr kumimoji="0" lang="en-US" alt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– State the person lives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country</a:t>
            </a:r>
            <a:r>
              <a:rPr kumimoji="0" lang="en-US" alt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– Country the person is from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continent</a:t>
            </a:r>
            <a:r>
              <a:rPr kumimoji="0" lang="en-US" alt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– Continent the person from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latitude</a:t>
            </a:r>
            <a:r>
              <a:rPr kumimoji="0" lang="en-US" alt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– Latitude of the location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longitude</a:t>
            </a:r>
            <a:r>
              <a:rPr kumimoji="0" lang="en-US" alt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– Longitude of the location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2E030E16-7B2C-4A05-BC89-C847D6696B3D}"/>
              </a:ext>
            </a:extLst>
          </p:cNvPr>
          <p:cNvSpPr>
            <a:spLocks noGrp="1" noChangeArrowheads="1"/>
          </p:cNvSpPr>
          <p:nvPr>
            <p:ph sz="half" idx="3"/>
          </p:nvPr>
        </p:nvSpPr>
        <p:spPr bwMode="auto">
          <a:xfrm>
            <a:off x="4114800" y="875829"/>
            <a:ext cx="4401633" cy="3046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indent="-171450" algn="l" rtl="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occupation</a:t>
            </a:r>
            <a:r>
              <a:rPr lang="en-US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Person’s job or profession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industry</a:t>
            </a:r>
            <a:r>
              <a:rPr kumimoji="0" lang="en-US" alt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– Industry the person works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domain</a:t>
            </a:r>
            <a:r>
              <a:rPr kumimoji="0" lang="en-US" alt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– Field or area of expertise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article_languages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– Number of languages the article is available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page_views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– Total number of times the article was viewed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average_views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– Average number of views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historical_popularity_index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– Overall long-term popularity score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33692" y="843732"/>
            <a:ext cx="8458200" cy="3847465"/>
            <a:chOff x="233692" y="843732"/>
            <a:chExt cx="8458200" cy="3847465"/>
          </a:xfrm>
        </p:grpSpPr>
        <p:pic>
          <p:nvPicPr>
            <p:cNvPr id="3" name="object 3"/>
            <p:cNvPicPr/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33692" y="848495"/>
              <a:ext cx="8458199" cy="3837804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233692" y="843732"/>
              <a:ext cx="8458200" cy="3847465"/>
            </a:xfrm>
            <a:custGeom>
              <a:avLst/>
              <a:gdLst/>
              <a:ahLst/>
              <a:cxnLst/>
              <a:rect l="l" t="t" r="r" b="b"/>
              <a:pathLst>
                <a:path w="8458200" h="3847465">
                  <a:moveTo>
                    <a:pt x="0" y="0"/>
                  </a:moveTo>
                  <a:lnTo>
                    <a:pt x="8457869" y="0"/>
                  </a:lnTo>
                  <a:lnTo>
                    <a:pt x="8457869" y="3847329"/>
                  </a:lnTo>
                  <a:lnTo>
                    <a:pt x="0" y="384732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35212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Times New Roman"/>
                <a:cs typeface="Times New Roman"/>
              </a:rPr>
              <a:t>Reading</a:t>
            </a:r>
            <a:r>
              <a:rPr sz="2400" spc="-90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Dataset</a:t>
            </a:r>
            <a:endParaRPr sz="24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BD4711B-2CD8-C600-BEBA-CE2D7CD7E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2114550"/>
            <a:ext cx="6934200" cy="1000274"/>
          </a:xfrm>
        </p:spPr>
        <p:txBody>
          <a:bodyPr/>
          <a:lstStyle/>
          <a:p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</a:t>
            </a:r>
            <a:r>
              <a:rPr lang="en-IN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Phase 1 : Data Understanding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0767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98422" y="79019"/>
            <a:ext cx="8747155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Basic</a:t>
            </a:r>
            <a:r>
              <a:rPr sz="24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Checks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41993" y="588369"/>
            <a:ext cx="8701428" cy="4009706"/>
            <a:chOff x="196421" y="638785"/>
            <a:chExt cx="8701428" cy="3986683"/>
          </a:xfrm>
        </p:grpSpPr>
        <p:pic>
          <p:nvPicPr>
            <p:cNvPr id="4" name="object 4"/>
            <p:cNvPicPr/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96422" y="684426"/>
              <a:ext cx="3565850" cy="3856050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196421" y="638786"/>
              <a:ext cx="3565851" cy="3943985"/>
            </a:xfrm>
            <a:custGeom>
              <a:avLst/>
              <a:gdLst/>
              <a:ahLst/>
              <a:cxnLst/>
              <a:rect l="l" t="t" r="r" b="b"/>
              <a:pathLst>
                <a:path w="4209415" h="3943985">
                  <a:moveTo>
                    <a:pt x="0" y="0"/>
                  </a:moveTo>
                  <a:lnTo>
                    <a:pt x="4208891" y="0"/>
                  </a:lnTo>
                  <a:lnTo>
                    <a:pt x="4208891" y="3943691"/>
                  </a:lnTo>
                  <a:lnTo>
                    <a:pt x="0" y="3943691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822020" y="681483"/>
              <a:ext cx="4856970" cy="3943985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3799465" y="638785"/>
              <a:ext cx="5098384" cy="3943985"/>
            </a:xfrm>
            <a:custGeom>
              <a:avLst/>
              <a:gdLst/>
              <a:ahLst/>
              <a:cxnLst/>
              <a:rect l="l" t="t" r="r" b="b"/>
              <a:pathLst>
                <a:path w="4272280" h="3943985">
                  <a:moveTo>
                    <a:pt x="0" y="0"/>
                  </a:moveTo>
                  <a:lnTo>
                    <a:pt x="4272211" y="0"/>
                  </a:lnTo>
                  <a:lnTo>
                    <a:pt x="4272211" y="3943692"/>
                  </a:lnTo>
                  <a:lnTo>
                    <a:pt x="0" y="3943692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6200" y="0"/>
            <a:ext cx="8915400" cy="675313"/>
          </a:xfrm>
          <a:prstGeom prst="rect">
            <a:avLst/>
          </a:prstGeom>
        </p:spPr>
        <p:txBody>
          <a:bodyPr vert="horz" wrap="square" lIns="0" tIns="303022" rIns="0" bIns="0" rtlCol="0">
            <a:spAutoFit/>
          </a:bodyPr>
          <a:lstStyle/>
          <a:p>
            <a:pPr marL="201295">
              <a:lnSpc>
                <a:spcPct val="100000"/>
              </a:lnSpc>
              <a:spcBef>
                <a:spcPts val="1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Identify columns that require cleaning or preprocessing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xfrm>
            <a:off x="4343400" y="1352550"/>
            <a:ext cx="4331970" cy="195438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03530" indent="-187960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303530" algn="l"/>
              </a:tabLst>
            </a:pPr>
            <a:r>
              <a:rPr lang="en-IN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Columns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have</a:t>
            </a:r>
            <a:r>
              <a:rPr spc="-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Missing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Values</a:t>
            </a:r>
          </a:p>
          <a:p>
            <a:pPr marL="303530" indent="-187960">
              <a:lnSpc>
                <a:spcPct val="100000"/>
              </a:lnSpc>
              <a:buFont typeface="Arial MT"/>
              <a:buChar char="•"/>
              <a:tabLst>
                <a:tab pos="303530" algn="l"/>
              </a:tabLst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duplicates</a:t>
            </a:r>
          </a:p>
          <a:p>
            <a:pPr marL="303530" marR="5080" indent="-187960">
              <a:lnSpc>
                <a:spcPct val="100000"/>
              </a:lnSpc>
              <a:spcBef>
                <a:spcPts val="1680"/>
              </a:spcBef>
              <a:buFont typeface="Arial MT"/>
              <a:buChar char="•"/>
              <a:tabLst>
                <a:tab pos="304800" algn="l"/>
              </a:tabLst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Now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IN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spc="-1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erform</a:t>
            </a:r>
            <a:r>
              <a:rPr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Techniques on 	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columns</a:t>
            </a:r>
            <a:r>
              <a:rPr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like:</a:t>
            </a:r>
          </a:p>
          <a:p>
            <a:pPr marL="12700" algn="l">
              <a:lnSpc>
                <a:spcPct val="100000"/>
              </a:lnSpc>
            </a:pPr>
            <a:r>
              <a:rPr lang="en-US" spc="1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298450" indent="-285750" algn="l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Handling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Missing</a:t>
            </a:r>
            <a:r>
              <a:rPr lang="en-US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Values</a:t>
            </a:r>
          </a:p>
          <a:p>
            <a:pPr marL="298450" indent="-285750" algn="l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pc="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Handling</a:t>
            </a:r>
            <a:r>
              <a:rPr lang="en-US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Inconsistence</a:t>
            </a:r>
            <a:r>
              <a:rPr lang="en-US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  <a:r>
              <a:rPr lang="en-US" spc="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298450" indent="-285750" algn="l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Data</a:t>
            </a:r>
            <a:r>
              <a:rPr lang="en-US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</a:t>
            </a:r>
            <a:r>
              <a:rPr lang="en-US" spc="-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Conversions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468630" y="819150"/>
            <a:ext cx="3327627" cy="3951588"/>
            <a:chOff x="1252537" y="1088541"/>
            <a:chExt cx="2581275" cy="3481070"/>
          </a:xfrm>
        </p:grpSpPr>
        <p:pic>
          <p:nvPicPr>
            <p:cNvPr id="6" name="object 6"/>
            <p:cNvPicPr/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252537" y="1093303"/>
              <a:ext cx="2477822" cy="3427020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1252537" y="1088541"/>
              <a:ext cx="2581275" cy="3481070"/>
            </a:xfrm>
            <a:custGeom>
              <a:avLst/>
              <a:gdLst/>
              <a:ahLst/>
              <a:cxnLst/>
              <a:rect l="l" t="t" r="r" b="b"/>
              <a:pathLst>
                <a:path w="2581275" h="3481070">
                  <a:moveTo>
                    <a:pt x="0" y="0"/>
                  </a:moveTo>
                  <a:lnTo>
                    <a:pt x="2581274" y="0"/>
                  </a:lnTo>
                  <a:lnTo>
                    <a:pt x="2581274" y="3480765"/>
                  </a:lnTo>
                  <a:lnTo>
                    <a:pt x="0" y="3480765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C80A36-85AD-A2AD-B60E-25F814662B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2038350"/>
            <a:ext cx="8991600" cy="507831"/>
          </a:xfrm>
        </p:spPr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</a:t>
            </a:r>
            <a:r>
              <a:rPr lang="en-IN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Phase 2 : Data Cleaning &amp; Manipulation</a:t>
            </a:r>
          </a:p>
        </p:txBody>
      </p:sp>
    </p:spTree>
    <p:extLst>
      <p:ext uri="{BB962C8B-B14F-4D97-AF65-F5344CB8AC3E}">
        <p14:creationId xmlns:p14="http://schemas.microsoft.com/office/powerpoint/2010/main" val="8598444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057399" y="2431161"/>
            <a:ext cx="457200" cy="92201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135"/>
              </a:lnSpc>
            </a:pPr>
            <a:r>
              <a:rPr sz="3300" b="1" spc="-25" dirty="0">
                <a:solidFill>
                  <a:srgbClr val="FF0000"/>
                </a:solidFill>
                <a:latin typeface="Calibri"/>
                <a:cs typeface="Calibri"/>
              </a:rPr>
              <a:t>jkr</a:t>
            </a:r>
            <a:endParaRPr sz="3300">
              <a:latin typeface="Calibri"/>
              <a:cs typeface="Calibri"/>
            </a:endParaRPr>
          </a:p>
          <a:p>
            <a:pPr>
              <a:lnSpc>
                <a:spcPct val="100000"/>
              </a:lnSpc>
            </a:pPr>
            <a:r>
              <a:rPr sz="3300" b="1" spc="-25" dirty="0">
                <a:solidFill>
                  <a:srgbClr val="FF0000"/>
                </a:solidFill>
                <a:latin typeface="Calibri"/>
                <a:cs typeface="Calibri"/>
              </a:rPr>
              <a:t>jk</a:t>
            </a:r>
            <a:endParaRPr sz="3300">
              <a:latin typeface="Calibri"/>
              <a:cs typeface="Calibri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381000" y="666750"/>
            <a:ext cx="4124325" cy="4296410"/>
            <a:chOff x="376237" y="282956"/>
            <a:chExt cx="4124325" cy="4296410"/>
          </a:xfrm>
        </p:grpSpPr>
        <p:pic>
          <p:nvPicPr>
            <p:cNvPr id="4" name="object 4"/>
            <p:cNvPicPr/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76237" y="320283"/>
              <a:ext cx="4124325" cy="4156467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376237" y="282956"/>
              <a:ext cx="4124325" cy="4296410"/>
            </a:xfrm>
            <a:custGeom>
              <a:avLst/>
              <a:gdLst/>
              <a:ahLst/>
              <a:cxnLst/>
              <a:rect l="l" t="t" r="r" b="b"/>
              <a:pathLst>
                <a:path w="4124325" h="4296410">
                  <a:moveTo>
                    <a:pt x="0" y="0"/>
                  </a:moveTo>
                  <a:lnTo>
                    <a:pt x="4124324" y="0"/>
                  </a:lnTo>
                  <a:lnTo>
                    <a:pt x="4124324" y="4295865"/>
                  </a:lnTo>
                  <a:lnTo>
                    <a:pt x="0" y="4295865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5F725654-A68C-BAEB-A5B8-09605CEE6E32}"/>
              </a:ext>
            </a:extLst>
          </p:cNvPr>
          <p:cNvSpPr txBox="1"/>
          <p:nvPr/>
        </p:nvSpPr>
        <p:spPr>
          <a:xfrm>
            <a:off x="76200" y="89879"/>
            <a:ext cx="68384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Handling Missing Values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FC7132-F000-6B27-8963-B2543E5F4CE7}"/>
              </a:ext>
            </a:extLst>
          </p:cNvPr>
          <p:cNvSpPr txBox="1"/>
          <p:nvPr/>
        </p:nvSpPr>
        <p:spPr>
          <a:xfrm>
            <a:off x="5181600" y="876889"/>
            <a:ext cx="327660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6675">
              <a:lnSpc>
                <a:spcPct val="100000"/>
              </a:lnSpc>
              <a:spcBef>
                <a:spcPts val="180"/>
              </a:spcBef>
            </a:pPr>
            <a:r>
              <a:rPr lang="en-US" sz="1400" b="1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Numerical Column:</a:t>
            </a:r>
          </a:p>
          <a:p>
            <a:pPr marL="66675">
              <a:lnSpc>
                <a:spcPct val="100000"/>
              </a:lnSpc>
              <a:spcBef>
                <a:spcPts val="180"/>
              </a:spcBef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66675" marR="388620">
              <a:lnSpc>
                <a:spcPct val="100000"/>
              </a:lnSpc>
            </a:pPr>
            <a:r>
              <a:rPr lang="en-US" sz="1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Missing values filled using median </a:t>
            </a:r>
          </a:p>
          <a:p>
            <a:pPr marL="66675" marR="388620">
              <a:lnSpc>
                <a:spcPct val="100000"/>
              </a:lnSpc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Suitable for skewed data and outliers</a:t>
            </a:r>
          </a:p>
          <a:p>
            <a:pPr marL="66675">
              <a:lnSpc>
                <a:spcPct val="100000"/>
              </a:lnSpc>
              <a:spcBef>
                <a:spcPts val="180"/>
              </a:spcBef>
            </a:pPr>
            <a:endParaRPr lang="en-US" sz="1400" b="1" spc="-1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66675">
              <a:lnSpc>
                <a:spcPct val="100000"/>
              </a:lnSpc>
              <a:spcBef>
                <a:spcPts val="180"/>
              </a:spcBef>
            </a:pPr>
            <a:r>
              <a:rPr lang="en-US" sz="1400" b="1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Categorical Column:</a:t>
            </a:r>
          </a:p>
          <a:p>
            <a:pPr marL="66675">
              <a:lnSpc>
                <a:spcPct val="100000"/>
              </a:lnSpc>
              <a:spcBef>
                <a:spcPts val="180"/>
              </a:spcBef>
            </a:pPr>
            <a:endParaRPr lang="en-US" sz="1400" b="1" spc="-1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66675">
              <a:lnSpc>
                <a:spcPct val="100000"/>
              </a:lnSpc>
              <a:spcBef>
                <a:spcPts val="180"/>
              </a:spcBef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1.Missing values filled with “Unknown”.</a:t>
            </a:r>
          </a:p>
          <a:p>
            <a:pPr marL="66675">
              <a:lnSpc>
                <a:spcPct val="100000"/>
              </a:lnSpc>
              <a:spcBef>
                <a:spcPts val="180"/>
              </a:spcBef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Preserves rows without making assumptions</a:t>
            </a:r>
          </a:p>
          <a:p>
            <a:endParaRPr lang="en-IN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457200" y="673325"/>
            <a:ext cx="4419600" cy="4084066"/>
            <a:chOff x="3951010" y="223837"/>
            <a:chExt cx="4683760" cy="3267075"/>
          </a:xfrm>
        </p:grpSpPr>
        <p:pic>
          <p:nvPicPr>
            <p:cNvPr id="4" name="object 4"/>
            <p:cNvPicPr/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951010" y="284794"/>
              <a:ext cx="4569522" cy="3177543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3951010" y="223837"/>
              <a:ext cx="4683760" cy="3267075"/>
            </a:xfrm>
            <a:custGeom>
              <a:avLst/>
              <a:gdLst/>
              <a:ahLst/>
              <a:cxnLst/>
              <a:rect l="l" t="t" r="r" b="b"/>
              <a:pathLst>
                <a:path w="4683759" h="3267075">
                  <a:moveTo>
                    <a:pt x="0" y="0"/>
                  </a:moveTo>
                  <a:lnTo>
                    <a:pt x="4683401" y="0"/>
                  </a:lnTo>
                  <a:lnTo>
                    <a:pt x="4683401" y="3267074"/>
                  </a:lnTo>
                  <a:lnTo>
                    <a:pt x="0" y="3267074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Rectangle 1">
            <a:extLst>
              <a:ext uri="{FF2B5EF4-FFF2-40B4-BE49-F238E27FC236}">
                <a16:creationId xmlns:a16="http://schemas.microsoft.com/office/drawing/2014/main" id="{B5A0F954-C8A0-C16D-D543-AA4CAFFF9C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05400" y="632757"/>
            <a:ext cx="3810000" cy="3877985"/>
          </a:xfrm>
          <a:prstGeom prst="rect">
            <a:avLst/>
          </a:prstGeom>
          <a:ln>
            <a:noFill/>
          </a:ln>
          <a:effectLst/>
        </p:spPr>
        <p:style>
          <a:lnRef idx="0">
            <a:scrgbClr r="0" g="0" b="0"/>
          </a:lnRef>
          <a:fillRef idx="1001">
            <a:schemeClr val="lt1"/>
          </a:fillRef>
          <a:effectRef idx="0">
            <a:scrgbClr r="0" g="0" b="0"/>
          </a:effectRef>
          <a:fontRef idx="major"/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Type Corrections: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Converted </a:t>
            </a:r>
            <a:r>
              <a:rPr kumimoji="0" lang="en-US" alt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birth year 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from text (object) to numeric (float64) using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pd.to_numeric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to enable age-related calculations and numerical analysis.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Used errors='coerce' to safely handle any invalid or non-numeric values without breaking the dataset.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Converted repeated text-based columns (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full_name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sex, city, state, country, continent, occupation, industry, domain) to the </a:t>
            </a:r>
            <a:r>
              <a:rPr kumimoji="0" lang="en-US" altLang="en-US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ccategory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 type.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Retained numerical columns (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article_id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article_languages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page_views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average_views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 as integers to preserve their quantitative meaning.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Geographic coordinates (latitude, longitude) and popularity score (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historical_popularity_index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 were correctly kept as floating-point values.</a:t>
            </a:r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879C88F9-1CA6-D30E-D4A9-7E2FBF8169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45018"/>
            <a:ext cx="8747155" cy="369332"/>
          </a:xfrm>
        </p:spPr>
        <p:txBody>
          <a:bodyPr/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Data Type Corrections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2D8ED-3A9A-684F-612B-E3DA2F1A4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422" y="133350"/>
            <a:ext cx="8747155" cy="369332"/>
          </a:xfrm>
        </p:spPr>
        <p:txBody>
          <a:bodyPr/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Non Visual Bivariate Insights</a:t>
            </a:r>
          </a:p>
        </p:txBody>
      </p:sp>
      <p:grpSp>
        <p:nvGrpSpPr>
          <p:cNvPr id="3" name="object 4">
            <a:extLst>
              <a:ext uri="{FF2B5EF4-FFF2-40B4-BE49-F238E27FC236}">
                <a16:creationId xmlns:a16="http://schemas.microsoft.com/office/drawing/2014/main" id="{8D185662-D40C-19E0-53C5-C570180D1E8D}"/>
              </a:ext>
            </a:extLst>
          </p:cNvPr>
          <p:cNvGrpSpPr/>
          <p:nvPr/>
        </p:nvGrpSpPr>
        <p:grpSpPr>
          <a:xfrm>
            <a:off x="223839" y="663218"/>
            <a:ext cx="4119562" cy="3817064"/>
            <a:chOff x="223838" y="663218"/>
            <a:chExt cx="4124325" cy="3087329"/>
          </a:xfrm>
        </p:grpSpPr>
        <p:pic>
          <p:nvPicPr>
            <p:cNvPr id="4" name="object 5">
              <a:extLst>
                <a:ext uri="{FF2B5EF4-FFF2-40B4-BE49-F238E27FC236}">
                  <a16:creationId xmlns:a16="http://schemas.microsoft.com/office/drawing/2014/main" id="{E224BA4D-7C1E-4EE3-6CBD-659FAD8B10B0}"/>
                </a:ext>
              </a:extLst>
            </p:cNvPr>
            <p:cNvPicPr/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23839" y="749760"/>
              <a:ext cx="4124324" cy="2914244"/>
            </a:xfrm>
            <a:prstGeom prst="rect">
              <a:avLst/>
            </a:prstGeom>
          </p:spPr>
        </p:pic>
        <p:sp>
          <p:nvSpPr>
            <p:cNvPr id="5" name="object 7">
              <a:extLst>
                <a:ext uri="{FF2B5EF4-FFF2-40B4-BE49-F238E27FC236}">
                  <a16:creationId xmlns:a16="http://schemas.microsoft.com/office/drawing/2014/main" id="{2F9A7EE7-0BFC-183A-E649-D8D062D4AD5E}"/>
                </a:ext>
              </a:extLst>
            </p:cNvPr>
            <p:cNvSpPr/>
            <p:nvPr/>
          </p:nvSpPr>
          <p:spPr>
            <a:xfrm>
              <a:off x="223838" y="663218"/>
              <a:ext cx="4124325" cy="3087329"/>
            </a:xfrm>
            <a:custGeom>
              <a:avLst/>
              <a:gdLst/>
              <a:ahLst/>
              <a:cxnLst/>
              <a:rect l="l" t="t" r="r" b="b"/>
              <a:pathLst>
                <a:path w="4124325" h="2689860">
                  <a:moveTo>
                    <a:pt x="0" y="0"/>
                  </a:moveTo>
                  <a:lnTo>
                    <a:pt x="4124324" y="0"/>
                  </a:lnTo>
                  <a:lnTo>
                    <a:pt x="4124324" y="2689742"/>
                  </a:lnTo>
                  <a:lnTo>
                    <a:pt x="0" y="2689742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90270EA9-2E27-8D7A-7D2D-3CA349036D32}"/>
              </a:ext>
            </a:extLst>
          </p:cNvPr>
          <p:cNvSpPr txBox="1"/>
          <p:nvPr/>
        </p:nvSpPr>
        <p:spPr>
          <a:xfrm>
            <a:off x="4571999" y="628353"/>
            <a:ext cx="4467046" cy="36625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Continent vs Country (Categorical–Categorical ):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Countries are grouped under their respective continents.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African countries show varying representation rather than uniform counts.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Certain countries dominate the data in their continent.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Continent vs Average Views (Categorical–Numerical):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North America has the highest average views.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Oceania and South America also show relatively high average views.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Africa and Asia have comparatively lower average views.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Higher representation or popularity in certain regions may influence results.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Page Views vs Historical Popularity Index (Numerical–Numerical):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correlation value between page views and historical popularity index is very low.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relationship is positive but weak.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Higher historical popularity does not strongly correspond to higher page views.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Other factors may influence page views more significantly.</a:t>
            </a:r>
          </a:p>
          <a:p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8238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0C22A6E-7E06-2E8C-5E42-2E0B74EDC8C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79097" y="68152"/>
            <a:ext cx="8747125" cy="738664"/>
          </a:xfrm>
        </p:spPr>
        <p:txBody>
          <a:bodyPr/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Analysis Through Visualizations</a:t>
            </a:r>
            <a:b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Univariate Analysis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DE506EC-A22D-DD34-3301-2ECAD01AD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893104"/>
            <a:ext cx="3854010" cy="24384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F013127-CD52-B630-00CF-F8BE9B1EBE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3821" y="806816"/>
            <a:ext cx="3962401" cy="2438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FD4C375-7C94-CB12-4576-72DFBF2D34B9}"/>
              </a:ext>
            </a:extLst>
          </p:cNvPr>
          <p:cNvSpPr txBox="1"/>
          <p:nvPr/>
        </p:nvSpPr>
        <p:spPr>
          <a:xfrm>
            <a:off x="79097" y="3313368"/>
            <a:ext cx="8747125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Gender Distribution: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dataset is heavily dominated by male </a:t>
            </a:r>
            <a:r>
              <a:rPr lang="en-US" sz="1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individuals.Female</a:t>
            </a:r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representation is very low compared to males.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dataset shows a clear gender imbalance.</a:t>
            </a:r>
          </a:p>
          <a:p>
            <a:r>
              <a:rPr lang="en-IN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Occupation Distribution: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few occupations appear very frequently, while most others occur less often.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Professions related to philosophy, politics, religion, and writing dominate the dataset. Many occupations have relatively small counts.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dataset is skewed toward certain </a:t>
            </a:r>
            <a:r>
              <a:rPr lang="en-US" sz="1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professions.There</a:t>
            </a:r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an uneven representation of occupations.</a:t>
            </a:r>
          </a:p>
        </p:txBody>
      </p:sp>
    </p:spTree>
    <p:extLst>
      <p:ext uri="{BB962C8B-B14F-4D97-AF65-F5344CB8AC3E}">
        <p14:creationId xmlns:p14="http://schemas.microsoft.com/office/powerpoint/2010/main" val="24973828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FD5154E-369E-59C7-6BF4-80FED20BB6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350161"/>
            <a:ext cx="3334337" cy="25146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211E3EF-71E3-6243-DBF0-D2BFD997CD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600" y="274564"/>
            <a:ext cx="3284736" cy="282968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A0DC87-A11E-05D8-ADC2-193191EA8985}"/>
              </a:ext>
            </a:extLst>
          </p:cNvPr>
          <p:cNvSpPr txBox="1"/>
          <p:nvPr/>
        </p:nvSpPr>
        <p:spPr>
          <a:xfrm>
            <a:off x="454893" y="3028950"/>
            <a:ext cx="8458200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Average Views Distribution: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Most data points are concentrated at low average view values.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small number of entries have very high views. Few high-view entries act as outliers and increase overall spread</a:t>
            </a:r>
            <a:r>
              <a:rPr lang="en-US" sz="1100" dirty="0"/>
              <a:t>.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distribution is right-skewed.</a:t>
            </a:r>
          </a:p>
          <a:p>
            <a:r>
              <a:rPr lang="en-US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Country- wise Distribution: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United States has the highest number of entries.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Countries like the United Kingdom, France, Italy, and Germany also show high representation.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Many countries have relatively low and similar counts.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Representation across countries is uneven.</a:t>
            </a:r>
          </a:p>
        </p:txBody>
      </p:sp>
    </p:spTree>
    <p:extLst>
      <p:ext uri="{BB962C8B-B14F-4D97-AF65-F5344CB8AC3E}">
        <p14:creationId xmlns:p14="http://schemas.microsoft.com/office/powerpoint/2010/main" val="5418449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45D5814-0E1E-C499-AFC4-7C5064794DC8}"/>
              </a:ext>
            </a:extLst>
          </p:cNvPr>
          <p:cNvSpPr txBox="1"/>
          <p:nvPr/>
        </p:nvSpPr>
        <p:spPr>
          <a:xfrm>
            <a:off x="304800" y="285750"/>
            <a:ext cx="6629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Bivariate Analysis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D8EF942-8110-4ED7-06F6-9AFC2C5FAE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270116"/>
            <a:ext cx="4918388" cy="321027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203E81D-F888-53B3-0E3D-83696AB872AF}"/>
              </a:ext>
            </a:extLst>
          </p:cNvPr>
          <p:cNvSpPr txBox="1"/>
          <p:nvPr/>
        </p:nvSpPr>
        <p:spPr>
          <a:xfrm>
            <a:off x="381000" y="747415"/>
            <a:ext cx="38587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Numerical - Numerical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BB4037-EA13-64C4-9635-2B9FDA61F2EF}"/>
              </a:ext>
            </a:extLst>
          </p:cNvPr>
          <p:cNvSpPr txBox="1"/>
          <p:nvPr/>
        </p:nvSpPr>
        <p:spPr>
          <a:xfrm>
            <a:off x="5527988" y="1428750"/>
            <a:ext cx="3463612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Average Views vs Historical Popularity Index:</a:t>
            </a:r>
          </a:p>
          <a:p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Points are widely scattered with no clear upward or downward trend.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Most data points are clustered at low average views.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few entries show very high average views but varying popularity index values.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relationship between average views and historical popularity is weak.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popularity does not necessarily result in high average views.</a:t>
            </a:r>
          </a:p>
          <a:p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54389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94EF2FF-2E6E-731A-57F2-4F135D2B9132}"/>
              </a:ext>
            </a:extLst>
          </p:cNvPr>
          <p:cNvSpPr txBox="1"/>
          <p:nvPr/>
        </p:nvSpPr>
        <p:spPr>
          <a:xfrm>
            <a:off x="228600" y="285750"/>
            <a:ext cx="4648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Categorical - Numerical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15C48F-1960-4F8E-6CAD-B3CE6A5C25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20" y="714359"/>
            <a:ext cx="5298280" cy="3429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2888FE3-2879-E974-EAB6-50F0525EF654}"/>
              </a:ext>
            </a:extLst>
          </p:cNvPr>
          <p:cNvSpPr txBox="1"/>
          <p:nvPr/>
        </p:nvSpPr>
        <p:spPr>
          <a:xfrm>
            <a:off x="5410200" y="742950"/>
            <a:ext cx="35814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Occupation vs Average Views (Top 10):</a:t>
            </a:r>
          </a:p>
          <a:p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Average views vary significantly across different occupations.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Actors, singers, and musicians show higher median average views compared to other occupations.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Occupations like philosophers, physicists, and religious figures generally have lower median views.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Many occupations show a large number of outliers, indicating extreme values.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Entertainment-related occupations tend to attract higher public attention.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Academic or philosophical professions have more consistent but lower viewership.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Wide spread in some occupations suggests unequal popularity within the same profession.</a:t>
            </a:r>
          </a:p>
        </p:txBody>
      </p:sp>
    </p:spTree>
    <p:extLst>
      <p:ext uri="{BB962C8B-B14F-4D97-AF65-F5344CB8AC3E}">
        <p14:creationId xmlns:p14="http://schemas.microsoft.com/office/powerpoint/2010/main" val="4637073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71DAF0-7535-432E-857E-8E5F7F5FC99B}"/>
              </a:ext>
            </a:extLst>
          </p:cNvPr>
          <p:cNvSpPr txBox="1"/>
          <p:nvPr/>
        </p:nvSpPr>
        <p:spPr>
          <a:xfrm>
            <a:off x="457200" y="285750"/>
            <a:ext cx="4343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Categorical - Categorical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4C38622-A5BC-9B1A-DF64-6AE2C7C8B6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819150"/>
            <a:ext cx="5422959" cy="3962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470393B-F28D-9065-5286-F100D86B8A60}"/>
              </a:ext>
            </a:extLst>
          </p:cNvPr>
          <p:cNvSpPr txBox="1"/>
          <p:nvPr/>
        </p:nvSpPr>
        <p:spPr>
          <a:xfrm>
            <a:off x="5791200" y="819150"/>
            <a:ext cx="32766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Occupation Vs Industry:</a:t>
            </a:r>
          </a:p>
          <a:p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Certain occupations are strongly concentrated in specific industries.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Political roles show very high association with the Government industry.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Writers and philosophers are mainly associated with Literature and Philosophy-related industries.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Many occupation–industry combinations show very low or no occurrence.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Occupations are not randomly distributed across industries.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Clear domain specialization is visible in the data.</a:t>
            </a:r>
          </a:p>
        </p:txBody>
      </p:sp>
    </p:spTree>
    <p:extLst>
      <p:ext uri="{BB962C8B-B14F-4D97-AF65-F5344CB8AC3E}">
        <p14:creationId xmlns:p14="http://schemas.microsoft.com/office/powerpoint/2010/main" val="11270912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E35FCD-AF92-AA54-D5E7-DF933847F04D}"/>
              </a:ext>
            </a:extLst>
          </p:cNvPr>
          <p:cNvSpPr txBox="1"/>
          <p:nvPr/>
        </p:nvSpPr>
        <p:spPr>
          <a:xfrm>
            <a:off x="228600" y="285750"/>
            <a:ext cx="4495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Multi-variate Analysis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A6B872-6B40-183C-DC37-7D89D9B556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634" y="819150"/>
            <a:ext cx="3815366" cy="327556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DB3F4E0-258C-FF08-B70F-10204E4CDFF7}"/>
              </a:ext>
            </a:extLst>
          </p:cNvPr>
          <p:cNvSpPr txBox="1"/>
          <p:nvPr/>
        </p:nvSpPr>
        <p:spPr>
          <a:xfrm>
            <a:off x="4876800" y="1047750"/>
            <a:ext cx="4109434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Occupation, Country by Average Views:</a:t>
            </a:r>
          </a:p>
          <a:p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Average views for the same occupation vary significantly across countries.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Actors from certain countries show much higher average views than others.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occupation–country combinations have relatively low average views.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Popularity of an occupation is location-dependent.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Country plays an important role in determining visibility and reach.</a:t>
            </a:r>
          </a:p>
        </p:txBody>
      </p:sp>
    </p:spTree>
    <p:extLst>
      <p:ext uri="{BB962C8B-B14F-4D97-AF65-F5344CB8AC3E}">
        <p14:creationId xmlns:p14="http://schemas.microsoft.com/office/powerpoint/2010/main" val="6938615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E8A7A09-FB97-3561-DD17-65DFE63C5D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1" y="742950"/>
            <a:ext cx="3962400" cy="315360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0DEB64D-8E53-1546-7EB7-037FE7216266}"/>
              </a:ext>
            </a:extLst>
          </p:cNvPr>
          <p:cNvSpPr txBox="1"/>
          <p:nvPr/>
        </p:nvSpPr>
        <p:spPr>
          <a:xfrm>
            <a:off x="4572000" y="971550"/>
            <a:ext cx="4267200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Average Views vs Historical Popularity index by Occupation :</a:t>
            </a:r>
          </a:p>
          <a:p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points are densely clustered at low average views across all popularity levels.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few individuals have very high average views, but their historical popularity varies.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clear linear pattern is visible between average views and historical popularity.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historical popularity does not consistently translate to high average views.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Viewership appears to be influenced by factors beyond historical significance, such as modern relevance or media exposure.</a:t>
            </a:r>
          </a:p>
        </p:txBody>
      </p:sp>
    </p:spTree>
    <p:extLst>
      <p:ext uri="{BB962C8B-B14F-4D97-AF65-F5344CB8AC3E}">
        <p14:creationId xmlns:p14="http://schemas.microsoft.com/office/powerpoint/2010/main" val="11770501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FC797F-257B-0F9B-C840-5B3C4DFEC3D9}"/>
              </a:ext>
            </a:extLst>
          </p:cNvPr>
          <p:cNvSpPr txBox="1"/>
          <p:nvPr/>
        </p:nvSpPr>
        <p:spPr>
          <a:xfrm>
            <a:off x="381000" y="361950"/>
            <a:ext cx="2895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585A30-CF85-059C-B778-81660A8A322E}"/>
              </a:ext>
            </a:extLst>
          </p:cNvPr>
          <p:cNvSpPr txBox="1"/>
          <p:nvPr/>
        </p:nvSpPr>
        <p:spPr>
          <a:xfrm>
            <a:off x="762000" y="1123950"/>
            <a:ext cx="70866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was cleaned and prepared for analysis by handling missing values, removing duplicate records.</a:t>
            </a:r>
          </a:p>
          <a:p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imbalance and skewed distributions were observed.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Views and popularity depend on multiple factors like occupation and location.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dataset is clean, consistent, and analysis-ready for exploratory data analysis and further modeling.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16452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849887" y="1388061"/>
            <a:ext cx="3349232" cy="2125736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609601" y="2043430"/>
            <a:ext cx="2819400" cy="528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pc="-10" dirty="0">
                <a:solidFill>
                  <a:srgbClr val="00B050"/>
                </a:solidFill>
                <a:latin typeface="Times New Roman"/>
                <a:cs typeface="Times New Roman"/>
              </a:rPr>
              <a:t>    Thank</a:t>
            </a:r>
            <a:r>
              <a:rPr lang="en-IN" spc="-190" dirty="0">
                <a:solidFill>
                  <a:srgbClr val="00B050"/>
                </a:solidFill>
                <a:latin typeface="Times New Roman"/>
                <a:cs typeface="Times New Roman"/>
              </a:rPr>
              <a:t> </a:t>
            </a:r>
            <a:r>
              <a:rPr lang="en-IN" spc="-75" dirty="0">
                <a:solidFill>
                  <a:srgbClr val="00B050"/>
                </a:solidFill>
                <a:latin typeface="Times New Roman"/>
                <a:cs typeface="Times New Roman"/>
              </a:rPr>
              <a:t>You</a:t>
            </a:r>
            <a:endParaRPr spc="-75" dirty="0">
              <a:solidFill>
                <a:srgbClr val="00B050"/>
              </a:solidFill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1088</TotalTime>
  <Words>1246</Words>
  <Application>Microsoft Office PowerPoint</Application>
  <PresentationFormat>On-screen Show (16:9)</PresentationFormat>
  <Paragraphs>176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Arial</vt:lpstr>
      <vt:lpstr>Arial MT</vt:lpstr>
      <vt:lpstr>Calibri</vt:lpstr>
      <vt:lpstr>Segoe UI Symbol</vt:lpstr>
      <vt:lpstr>Tahoma</vt:lpstr>
      <vt:lpstr>Times New Roman</vt:lpstr>
      <vt:lpstr>Wingdings</vt:lpstr>
      <vt:lpstr>Office Theme</vt:lpstr>
      <vt:lpstr>HISTORICAL POPULARITY INDEX</vt:lpstr>
      <vt:lpstr>About me</vt:lpstr>
      <vt:lpstr>Dataset Overview</vt:lpstr>
      <vt:lpstr>Simple description of each column in your dataset:</vt:lpstr>
      <vt:lpstr>Reading Dataset</vt:lpstr>
      <vt:lpstr>     Phase 1 : Data Understanding </vt:lpstr>
      <vt:lpstr>Basic Checks</vt:lpstr>
      <vt:lpstr>Identify columns that require cleaning or preprocessing</vt:lpstr>
      <vt:lpstr>       Phase 2 : Data Cleaning &amp; Manipulation</vt:lpstr>
      <vt:lpstr>PowerPoint Presentation</vt:lpstr>
      <vt:lpstr>  Data Type Corrections</vt:lpstr>
      <vt:lpstr>Non Visual Bivariate Insights</vt:lpstr>
      <vt:lpstr>Data Analysis Through Visualizations Univariate Analysis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   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Sample EDA PPT</dc:title>
  <cp:lastModifiedBy>Meghana ch</cp:lastModifiedBy>
  <cp:revision>2</cp:revision>
  <dcterms:created xsi:type="dcterms:W3CDTF">2026-01-02T06:31:36Z</dcterms:created>
  <dcterms:modified xsi:type="dcterms:W3CDTF">2026-01-07T12:06:44Z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2026-01-02T00:00:00Z</vt:filetime>
  </property>
  <property fmtid="{D5CDD505-2E9C-101B-9397-08002B2CF9AE}" pid="3" name="Creator">
    <vt:lpwstr>Google</vt:lpwstr>
  </property>
  <property fmtid="{D5CDD505-2E9C-101B-9397-08002B2CF9AE}" pid="4" name="LastSaved">
    <vt:filetime>2026-01-02T00:00:00Z</vt:filetime>
  </property>
</Properties>
</file>